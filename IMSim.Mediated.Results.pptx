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78" r:id="rId115"/>
    <p:sldId id="480" r:id="rId116"/>
    <p:sldId id="481" r:id="rId117"/>
    <p:sldId id="485" r:id="rId118"/>
    <p:sldId id="495" r:id="rId119"/>
    <p:sldId id="490" r:id="rId120"/>
    <p:sldId id="491" r:id="rId121"/>
    <p:sldId id="492" r:id="rId12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10/06/2026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8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16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F702DB-E770-8B5F-CBF2-CAC71F48AD37}"/>
              </a:ext>
            </a:extLst>
          </p:cNvPr>
          <p:cNvPicPr>
            <a:picLocks noChangeAspect="1"/>
          </p:cNvPicPr>
          <p:nvPr/>
        </p:nvPicPr>
        <p:blipFill>
          <a:blip r:embed="rId2"/>
          <a:stretch>
            <a:fillRect/>
          </a:stretch>
        </p:blipFill>
        <p:spPr>
          <a:xfrm>
            <a:off x="0" y="919843"/>
            <a:ext cx="5853937" cy="4855632"/>
          </a:xfrm>
          <a:prstGeom prst="rect">
            <a:avLst/>
          </a:prstGeom>
        </p:spPr>
      </p:pic>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4" name="Picture 3">
            <a:extLst>
              <a:ext uri="{FF2B5EF4-FFF2-40B4-BE49-F238E27FC236}">
                <a16:creationId xmlns:a16="http://schemas.microsoft.com/office/drawing/2014/main" id="{59864431-B728-2E58-FC10-B1E0004FFC93}"/>
              </a:ext>
            </a:extLst>
          </p:cNvPr>
          <p:cNvPicPr>
            <a:picLocks noChangeAspect="1"/>
          </p:cNvPicPr>
          <p:nvPr/>
        </p:nvPicPr>
        <p:blipFill>
          <a:blip r:embed="rId3"/>
          <a:stretch>
            <a:fillRect/>
          </a:stretch>
        </p:blipFill>
        <p:spPr>
          <a:xfrm>
            <a:off x="5361037" y="847717"/>
            <a:ext cx="7065005" cy="5407992"/>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607C6D-F6A1-E4FF-E564-B3F3E2227AF8}"/>
              </a:ext>
            </a:extLst>
          </p:cNvPr>
          <p:cNvPicPr>
            <a:picLocks noChangeAspect="1"/>
          </p:cNvPicPr>
          <p:nvPr/>
        </p:nvPicPr>
        <p:blipFill>
          <a:blip r:embed="rId2"/>
          <a:stretch>
            <a:fillRect/>
          </a:stretch>
        </p:blipFill>
        <p:spPr>
          <a:xfrm>
            <a:off x="927019" y="0"/>
            <a:ext cx="1033796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Tree>
    <p:extLst>
      <p:ext uri="{BB962C8B-B14F-4D97-AF65-F5344CB8AC3E}">
        <p14:creationId xmlns:p14="http://schemas.microsoft.com/office/powerpoint/2010/main" val="7025412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Tree>
    <p:extLst>
      <p:ext uri="{BB962C8B-B14F-4D97-AF65-F5344CB8AC3E}">
        <p14:creationId xmlns:p14="http://schemas.microsoft.com/office/powerpoint/2010/main" val="218652281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1755351" y="0"/>
            <a:ext cx="8681298" cy="6858000"/>
          </a:xfrm>
          <a:prstGeom prst="rect">
            <a:avLst/>
          </a:prstGeom>
        </p:spPr>
      </p:pic>
    </p:spTree>
    <p:extLst>
      <p:ext uri="{BB962C8B-B14F-4D97-AF65-F5344CB8AC3E}">
        <p14:creationId xmlns:p14="http://schemas.microsoft.com/office/powerpoint/2010/main" val="347047564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96339</TotalTime>
  <Words>712</Words>
  <Application>Microsoft Office PowerPoint</Application>
  <PresentationFormat>Widescreen</PresentationFormat>
  <Paragraphs>62</Paragraphs>
  <Slides>121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121</vt:i4>
      </vt:variant>
    </vt:vector>
  </HeadingPairs>
  <TitlesOfParts>
    <vt:vector size="126"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243</cp:revision>
  <dcterms:created xsi:type="dcterms:W3CDTF">2024-08-13T19:20:17Z</dcterms:created>
  <dcterms:modified xsi:type="dcterms:W3CDTF">2026-06-14T04:02:28Z</dcterms:modified>
</cp:coreProperties>
</file>