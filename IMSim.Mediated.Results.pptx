
<file path=[Content_Types].xml><?xml version="1.0" encoding="utf-8"?>
<Types xmlns="http://schemas.openxmlformats.org/package/2006/content-types">
  <Default Extension="emf" ContentType="image/x-emf"/>
  <Default Extension="png" ContentType="image/png"/>
  <Default Extension="rels" ContentType="application/vnd.openxmlformats-package.relationships+xml"/>
  <Default Extension="xml" ContentType="application/xml"/>
  <Override PartName="/ppt/presentation.xml" ContentType="application/vnd.openxmlformats-officedocument.presentationml.presentation.main+xml"/>
  <Override PartName="/ppt/slideMasters/slideMaster1.xml" ContentType="application/vnd.openxmlformats-officedocument.presentationml.slideMaster+xml"/>
  <Override PartName="/ppt/slides/slide1.xml" ContentType="application/vnd.openxmlformats-officedocument.presentationml.slide+xml"/>
  <Override PartName="/ppt/slides/slide2.xml" ContentType="application/vnd.openxmlformats-officedocument.presentationml.slide+xml"/>
  <Override PartName="/ppt/slides/slide3.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slides/slide12.xml" ContentType="application/vnd.openxmlformats-officedocument.presentationml.slide+xml"/>
  <Override PartName="/ppt/slides/slide13.xml" ContentType="application/vnd.openxmlformats-officedocument.presentationml.slide+xml"/>
  <Override PartName="/ppt/slides/slide14.xml" ContentType="application/vnd.openxmlformats-officedocument.presentationml.slide+xml"/>
  <Override PartName="/ppt/slides/slide15.xml" ContentType="application/vnd.openxmlformats-officedocument.presentationml.slide+xml"/>
  <Override PartName="/ppt/slides/slide16.xml" ContentType="application/vnd.openxmlformats-officedocument.presentationml.slide+xml"/>
  <Override PartName="/ppt/slides/slide17.xml" ContentType="application/vnd.openxmlformats-officedocument.presentationml.slide+xml"/>
  <Override PartName="/ppt/slides/slide18.xml" ContentType="application/vnd.openxmlformats-officedocument.presentationml.slide+xml"/>
  <Override PartName="/ppt/slides/slide19.xml" ContentType="application/vnd.openxmlformats-officedocument.presentationml.slide+xml"/>
  <Override PartName="/ppt/slides/slide20.xml" ContentType="application/vnd.openxmlformats-officedocument.presentationml.slide+xml"/>
  <Override PartName="/ppt/slides/slide21.xml" ContentType="application/vnd.openxmlformats-officedocument.presentationml.slide+xml"/>
  <Override PartName="/ppt/slides/slide22.xml" ContentType="application/vnd.openxmlformats-officedocument.presentationml.slide+xml"/>
  <Override PartName="/ppt/slides/slide23.xml" ContentType="application/vnd.openxmlformats-officedocument.presentationml.slide+xml"/>
  <Override PartName="/ppt/slides/slide24.xml" ContentType="application/vnd.openxmlformats-officedocument.presentationml.slide+xml"/>
  <Override PartName="/ppt/slides/slide25.xml" ContentType="application/vnd.openxmlformats-officedocument.presentationml.slide+xml"/>
  <Override PartName="/ppt/slides/slide26.xml" ContentType="application/vnd.openxmlformats-officedocument.presentationml.slide+xml"/>
  <Override PartName="/ppt/slides/slide27.xml" ContentType="application/vnd.openxmlformats-officedocument.presentationml.slide+xml"/>
  <Override PartName="/ppt/slides/slide28.xml" ContentType="application/vnd.openxmlformats-officedocument.presentationml.slide+xml"/>
  <Override PartName="/ppt/slides/slide29.xml" ContentType="application/vnd.openxmlformats-officedocument.presentationml.slide+xml"/>
  <Override PartName="/ppt/slides/slide30.xml" ContentType="application/vnd.openxmlformats-officedocument.presentationml.slide+xml"/>
  <Override PartName="/ppt/slides/slide31.xml" ContentType="application/vnd.openxmlformats-officedocument.presentationml.slide+xml"/>
  <Override PartName="/ppt/slides/slide32.xml" ContentType="application/vnd.openxmlformats-officedocument.presentationml.slide+xml"/>
  <Override PartName="/ppt/slides/slide33.xml" ContentType="application/vnd.openxmlformats-officedocument.presentationml.slide+xml"/>
  <Override PartName="/ppt/slides/slide34.xml" ContentType="application/vnd.openxmlformats-officedocument.presentationml.slide+xml"/>
  <Override PartName="/ppt/slides/slide35.xml" ContentType="application/vnd.openxmlformats-officedocument.presentationml.slide+xml"/>
  <Override PartName="/ppt/slides/slide36.xml" ContentType="application/vnd.openxmlformats-officedocument.presentationml.slide+xml"/>
  <Override PartName="/ppt/slides/slide37.xml" ContentType="application/vnd.openxmlformats-officedocument.presentationml.slide+xml"/>
  <Override PartName="/ppt/slides/slide38.xml" ContentType="application/vnd.openxmlformats-officedocument.presentationml.slide+xml"/>
  <Override PartName="/ppt/slides/slide39.xml" ContentType="application/vnd.openxmlformats-officedocument.presentationml.slide+xml"/>
  <Override PartName="/ppt/slides/slide40.xml" ContentType="application/vnd.openxmlformats-officedocument.presentationml.slide+xml"/>
  <Override PartName="/ppt/slides/slide41.xml" ContentType="application/vnd.openxmlformats-officedocument.presentationml.slide+xml"/>
  <Override PartName="/ppt/slides/slide42.xml" ContentType="application/vnd.openxmlformats-officedocument.presentationml.slide+xml"/>
  <Override PartName="/ppt/slides/slide43.xml" ContentType="application/vnd.openxmlformats-officedocument.presentationml.slide+xml"/>
  <Override PartName="/ppt/slides/slide44.xml" ContentType="application/vnd.openxmlformats-officedocument.presentationml.slide+xml"/>
  <Override PartName="/ppt/slides/slide45.xml" ContentType="application/vnd.openxmlformats-officedocument.presentationml.slide+xml"/>
  <Override PartName="/ppt/slides/slide46.xml" ContentType="application/vnd.openxmlformats-officedocument.presentationml.slide+xml"/>
  <Override PartName="/ppt/slides/slide47.xml" ContentType="application/vnd.openxmlformats-officedocument.presentationml.slide+xml"/>
  <Override PartName="/ppt/slides/slide48.xml" ContentType="application/vnd.openxmlformats-officedocument.presentationml.slide+xml"/>
  <Override PartName="/ppt/slides/slide49.xml" ContentType="application/vnd.openxmlformats-officedocument.presentationml.slide+xml"/>
  <Override PartName="/ppt/slides/slide50.xml" ContentType="application/vnd.openxmlformats-officedocument.presentationml.slide+xml"/>
  <Override PartName="/ppt/slides/slide51.xml" ContentType="application/vnd.openxmlformats-officedocument.presentationml.slide+xml"/>
  <Override PartName="/ppt/slides/slide52.xml" ContentType="application/vnd.openxmlformats-officedocument.presentationml.slide+xml"/>
  <Override PartName="/ppt/slides/slide53.xml" ContentType="application/vnd.openxmlformats-officedocument.presentationml.slide+xml"/>
  <Override PartName="/ppt/slides/slide54.xml" ContentType="application/vnd.openxmlformats-officedocument.presentationml.slide+xml"/>
  <Override PartName="/ppt/slides/slide55.xml" ContentType="application/vnd.openxmlformats-officedocument.presentationml.slide+xml"/>
  <Override PartName="/ppt/slides/slide56.xml" ContentType="application/vnd.openxmlformats-officedocument.presentationml.slide+xml"/>
  <Override PartName="/ppt/slides/slide57.xml" ContentType="application/vnd.openxmlformats-officedocument.presentationml.slide+xml"/>
  <Override PartName="/ppt/slides/slide58.xml" ContentType="application/vnd.openxmlformats-officedocument.presentationml.slide+xml"/>
  <Override PartName="/ppt/slides/slide59.xml" ContentType="application/vnd.openxmlformats-officedocument.presentationml.slide+xml"/>
  <Override PartName="/ppt/slides/slide60.xml" ContentType="application/vnd.openxmlformats-officedocument.presentationml.slide+xml"/>
  <Override PartName="/ppt/slides/slide61.xml" ContentType="application/vnd.openxmlformats-officedocument.presentationml.slide+xml"/>
  <Override PartName="/ppt/slides/slide62.xml" ContentType="application/vnd.openxmlformats-officedocument.presentationml.slide+xml"/>
  <Override PartName="/ppt/slides/slide63.xml" ContentType="application/vnd.openxmlformats-officedocument.presentationml.slide+xml"/>
  <Override PartName="/ppt/slides/slide64.xml" ContentType="application/vnd.openxmlformats-officedocument.presentationml.slide+xml"/>
  <Override PartName="/ppt/slides/slide65.xml" ContentType="application/vnd.openxmlformats-officedocument.presentationml.slide+xml"/>
  <Override PartName="/ppt/slides/slide66.xml" ContentType="application/vnd.openxmlformats-officedocument.presentationml.slide+xml"/>
  <Override PartName="/ppt/slides/slide67.xml" ContentType="application/vnd.openxmlformats-officedocument.presentationml.slide+xml"/>
  <Override PartName="/ppt/slides/slide68.xml" ContentType="application/vnd.openxmlformats-officedocument.presentationml.slide+xml"/>
  <Override PartName="/ppt/slides/slide69.xml" ContentType="application/vnd.openxmlformats-officedocument.presentationml.slide+xml"/>
  <Override PartName="/ppt/slides/slide70.xml" ContentType="application/vnd.openxmlformats-officedocument.presentationml.slide+xml"/>
  <Override PartName="/ppt/slides/slide71.xml" ContentType="application/vnd.openxmlformats-officedocument.presentationml.slide+xml"/>
  <Override PartName="/ppt/slides/slide72.xml" ContentType="application/vnd.openxmlformats-officedocument.presentationml.slide+xml"/>
  <Override PartName="/ppt/slides/slide73.xml" ContentType="application/vnd.openxmlformats-officedocument.presentationml.slide+xml"/>
  <Override PartName="/ppt/slides/slide74.xml" ContentType="application/vnd.openxmlformats-officedocument.presentationml.slide+xml"/>
  <Override PartName="/ppt/slides/slide75.xml" ContentType="application/vnd.openxmlformats-officedocument.presentationml.slide+xml"/>
  <Override PartName="/ppt/slides/slide76.xml" ContentType="application/vnd.openxmlformats-officedocument.presentationml.slide+xml"/>
  <Override PartName="/ppt/slides/slide77.xml" ContentType="application/vnd.openxmlformats-officedocument.presentationml.slide+xml"/>
  <Override PartName="/ppt/slides/slide78.xml" ContentType="application/vnd.openxmlformats-officedocument.presentationml.slide+xml"/>
  <Override PartName="/ppt/slides/slide79.xml" ContentType="application/vnd.openxmlformats-officedocument.presentationml.slide+xml"/>
  <Override PartName="/ppt/slides/slide80.xml" ContentType="application/vnd.openxmlformats-officedocument.presentationml.slide+xml"/>
  <Override PartName="/ppt/slides/slide81.xml" ContentType="application/vnd.openxmlformats-officedocument.presentationml.slide+xml"/>
  <Override PartName="/ppt/slides/slide82.xml" ContentType="application/vnd.openxmlformats-officedocument.presentationml.slide+xml"/>
  <Override PartName="/ppt/slides/slide83.xml" ContentType="application/vnd.openxmlformats-officedocument.presentationml.slide+xml"/>
  <Override PartName="/ppt/slides/slide84.xml" ContentType="application/vnd.openxmlformats-officedocument.presentationml.slide+xml"/>
  <Override PartName="/ppt/slides/slide85.xml" ContentType="application/vnd.openxmlformats-officedocument.presentationml.slide+xml"/>
  <Override PartName="/ppt/slides/slide86.xml" ContentType="application/vnd.openxmlformats-officedocument.presentationml.slide+xml"/>
  <Override PartName="/ppt/slides/slide87.xml" ContentType="application/vnd.openxmlformats-officedocument.presentationml.slide+xml"/>
  <Override PartName="/ppt/slides/slide88.xml" ContentType="application/vnd.openxmlformats-officedocument.presentationml.slide+xml"/>
  <Override PartName="/ppt/slides/slide89.xml" ContentType="application/vnd.openxmlformats-officedocument.presentationml.slide+xml"/>
  <Override PartName="/ppt/slides/slide90.xml" ContentType="application/vnd.openxmlformats-officedocument.presentationml.slide+xml"/>
  <Override PartName="/ppt/slides/slide91.xml" ContentType="application/vnd.openxmlformats-officedocument.presentationml.slide+xml"/>
  <Override PartName="/ppt/slides/slide92.xml" ContentType="application/vnd.openxmlformats-officedocument.presentationml.slide+xml"/>
  <Override PartName="/ppt/slides/slide93.xml" ContentType="application/vnd.openxmlformats-officedocument.presentationml.slide+xml"/>
  <Override PartName="/ppt/slides/slide94.xml" ContentType="application/vnd.openxmlformats-officedocument.presentationml.slide+xml"/>
  <Override PartName="/ppt/slides/slide95.xml" ContentType="application/vnd.openxmlformats-officedocument.presentationml.slide+xml"/>
  <Override PartName="/ppt/slides/slide96.xml" ContentType="application/vnd.openxmlformats-officedocument.presentationml.slide+xml"/>
  <Override PartName="/ppt/slides/slide97.xml" ContentType="application/vnd.openxmlformats-officedocument.presentationml.slide+xml"/>
  <Override PartName="/ppt/slides/slide98.xml" ContentType="application/vnd.openxmlformats-officedocument.presentationml.slide+xml"/>
  <Override PartName="/ppt/slides/slide99.xml" ContentType="application/vnd.openxmlformats-officedocument.presentationml.slide+xml"/>
  <Override PartName="/ppt/slides/slide100.xml" ContentType="application/vnd.openxmlformats-officedocument.presentationml.slide+xml"/>
  <Override PartName="/ppt/slides/slide101.xml" ContentType="application/vnd.openxmlformats-officedocument.presentationml.slide+xml"/>
  <Override PartName="/ppt/slides/slide102.xml" ContentType="application/vnd.openxmlformats-officedocument.presentationml.slide+xml"/>
  <Override PartName="/ppt/slides/slide103.xml" ContentType="application/vnd.openxmlformats-officedocument.presentationml.slide+xml"/>
  <Override PartName="/ppt/slides/slide104.xml" ContentType="application/vnd.openxmlformats-officedocument.presentationml.slide+xml"/>
  <Override PartName="/ppt/slides/slide105.xml" ContentType="application/vnd.openxmlformats-officedocument.presentationml.slide+xml"/>
  <Override PartName="/ppt/slides/slide106.xml" ContentType="application/vnd.openxmlformats-officedocument.presentationml.slide+xml"/>
  <Override PartName="/ppt/slides/slide107.xml" ContentType="application/vnd.openxmlformats-officedocument.presentationml.slide+xml"/>
  <Override PartName="/ppt/slides/slide108.xml" ContentType="application/vnd.openxmlformats-officedocument.presentationml.slide+xml"/>
  <Override PartName="/ppt/slides/slide109.xml" ContentType="application/vnd.openxmlformats-officedocument.presentationml.slide+xml"/>
  <Override PartName="/ppt/slides/slide110.xml" ContentType="application/vnd.openxmlformats-officedocument.presentationml.slide+xml"/>
  <Override PartName="/ppt/slides/slide111.xml" ContentType="application/vnd.openxmlformats-officedocument.presentationml.slide+xml"/>
  <Override PartName="/ppt/slides/slide112.xml" ContentType="application/vnd.openxmlformats-officedocument.presentationml.slide+xml"/>
  <Override PartName="/ppt/slides/slide113.xml" ContentType="application/vnd.openxmlformats-officedocument.presentationml.slide+xml"/>
  <Override PartName="/ppt/slides/slide114.xml" ContentType="application/vnd.openxmlformats-officedocument.presentationml.slide+xml"/>
  <Override PartName="/ppt/slides/slide115.xml" ContentType="application/vnd.openxmlformats-officedocument.presentationml.slide+xml"/>
  <Override PartName="/ppt/slides/slide116.xml" ContentType="application/vnd.openxmlformats-officedocument.presentationml.slide+xml"/>
  <Override PartName="/ppt/slides/slide117.xml" ContentType="application/vnd.openxmlformats-officedocument.presentationml.slide+xml"/>
  <Override PartName="/ppt/slides/slide118.xml" ContentType="application/vnd.openxmlformats-officedocument.presentationml.slide+xml"/>
  <Override PartName="/ppt/slides/slide119.xml" ContentType="application/vnd.openxmlformats-officedocument.presentationml.slide+xml"/>
  <Override PartName="/ppt/slides/slide120.xml" ContentType="application/vnd.openxmlformats-officedocument.presentationml.slide+xml"/>
  <Override PartName="/ppt/slides/slide121.xml" ContentType="application/vnd.openxmlformats-officedocument.presentationml.slide+xml"/>
  <Override PartName="/ppt/slides/slide122.xml" ContentType="application/vnd.openxmlformats-officedocument.presentationml.slide+xml"/>
  <Override PartName="/ppt/slides/slide123.xml" ContentType="application/vnd.openxmlformats-officedocument.presentationml.slide+xml"/>
  <Override PartName="/ppt/slides/slide124.xml" ContentType="application/vnd.openxmlformats-officedocument.presentationml.slide+xml"/>
  <Override PartName="/ppt/slides/slide125.xml" ContentType="application/vnd.openxmlformats-officedocument.presentationml.slide+xml"/>
  <Override PartName="/ppt/slides/slide126.xml" ContentType="application/vnd.openxmlformats-officedocument.presentationml.slide+xml"/>
  <Override PartName="/ppt/slides/slide127.xml" ContentType="application/vnd.openxmlformats-officedocument.presentationml.slide+xml"/>
  <Override PartName="/ppt/slides/slide128.xml" ContentType="application/vnd.openxmlformats-officedocument.presentationml.slide+xml"/>
  <Override PartName="/ppt/slides/slide129.xml" ContentType="application/vnd.openxmlformats-officedocument.presentationml.slide+xml"/>
  <Override PartName="/ppt/slides/slide130.xml" ContentType="application/vnd.openxmlformats-officedocument.presentationml.slide+xml"/>
  <Override PartName="/ppt/slides/slide131.xml" ContentType="application/vnd.openxmlformats-officedocument.presentationml.slide+xml"/>
  <Override PartName="/ppt/slides/slide132.xml" ContentType="application/vnd.openxmlformats-officedocument.presentationml.slide+xml"/>
  <Override PartName="/ppt/slides/slide133.xml" ContentType="application/vnd.openxmlformats-officedocument.presentationml.slide+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Override PartName="/docProps/core.xml" ContentType="application/vnd.openxmlformats-package.core-properties+xml"/>
  <Override PartName="/docProps/app.xml" ContentType="application/vnd.openxmlformats-officedocument.extended-properties+xml"/>
</Types>
</file>

<file path=_rels/.rels><?xml version="1.0" encoding="UTF-8" standalone="yes"?>
<Relationships xmlns="http://schemas.openxmlformats.org/package/2006/relationships"><Relationship Id="rId3" Type="http://schemas.openxmlformats.org/officeDocument/2006/relationships/extended-properties" Target="docProps/app.xml"/><Relationship Id="rId2" Type="http://schemas.openxmlformats.org/package/2006/relationships/metadata/core-properties" Target="docProps/core.xml"/><Relationship Id="rId1" Type="http://schemas.openxmlformats.org/officeDocument/2006/relationships/officeDocument" Target="ppt/presentation.xml"/></Relationships>
</file>

<file path=ppt/presentation.xml><?xml version="1.0" encoding="utf-8"?>
<p:presentation xmlns:a="http://schemas.openxmlformats.org/drawingml/2006/main" xmlns:r="http://schemas.openxmlformats.org/officeDocument/2006/relationships" xmlns:p="http://schemas.openxmlformats.org/presentationml/2006/main" saveSubsetFonts="1">
  <p:sldMasterIdLst>
    <p:sldMasterId id="2147483648" r:id="rId1"/>
  </p:sldMasterIdLst>
  <p:sldIdLst>
    <p:sldId id="256" r:id="rId2"/>
    <p:sldId id="358" r:id="rId3"/>
    <p:sldId id="357" r:id="rId4"/>
    <p:sldId id="359" r:id="rId5"/>
    <p:sldId id="360" r:id="rId6"/>
    <p:sldId id="262" r:id="rId7"/>
    <p:sldId id="366" r:id="rId8"/>
    <p:sldId id="367" r:id="rId9"/>
    <p:sldId id="368" r:id="rId10"/>
    <p:sldId id="369" r:id="rId11"/>
    <p:sldId id="370" r:id="rId12"/>
    <p:sldId id="363" r:id="rId13"/>
    <p:sldId id="365" r:id="rId14"/>
    <p:sldId id="371" r:id="rId15"/>
    <p:sldId id="372" r:id="rId16"/>
    <p:sldId id="376" r:id="rId17"/>
    <p:sldId id="373" r:id="rId18"/>
    <p:sldId id="374" r:id="rId19"/>
    <p:sldId id="375" r:id="rId20"/>
    <p:sldId id="420" r:id="rId21"/>
    <p:sldId id="419" r:id="rId22"/>
    <p:sldId id="421" r:id="rId23"/>
    <p:sldId id="422" r:id="rId24"/>
    <p:sldId id="423" r:id="rId25"/>
    <p:sldId id="424" r:id="rId26"/>
    <p:sldId id="425" r:id="rId27"/>
    <p:sldId id="426" r:id="rId28"/>
    <p:sldId id="427" r:id="rId29"/>
    <p:sldId id="449" r:id="rId30"/>
    <p:sldId id="450" r:id="rId31"/>
    <p:sldId id="451" r:id="rId32"/>
    <p:sldId id="471" r:id="rId33"/>
    <p:sldId id="396" r:id="rId34"/>
    <p:sldId id="274" r:id="rId35"/>
    <p:sldId id="259" r:id="rId36"/>
    <p:sldId id="260" r:id="rId37"/>
    <p:sldId id="413" r:id="rId38"/>
    <p:sldId id="410" r:id="rId39"/>
    <p:sldId id="414" r:id="rId40"/>
    <p:sldId id="407" r:id="rId41"/>
    <p:sldId id="411" r:id="rId42"/>
    <p:sldId id="412" r:id="rId43"/>
    <p:sldId id="286" r:id="rId44"/>
    <p:sldId id="397" r:id="rId45"/>
    <p:sldId id="399" r:id="rId46"/>
    <p:sldId id="408" r:id="rId47"/>
    <p:sldId id="431" r:id="rId48"/>
    <p:sldId id="432" r:id="rId49"/>
    <p:sldId id="398" r:id="rId50"/>
    <p:sldId id="401" r:id="rId51"/>
    <p:sldId id="416" r:id="rId52"/>
    <p:sldId id="400" r:id="rId53"/>
    <p:sldId id="402" r:id="rId54"/>
    <p:sldId id="403" r:id="rId55"/>
    <p:sldId id="415" r:id="rId56"/>
    <p:sldId id="409" r:id="rId57"/>
    <p:sldId id="405" r:id="rId58"/>
    <p:sldId id="404" r:id="rId59"/>
    <p:sldId id="417" r:id="rId60"/>
    <p:sldId id="418" r:id="rId61"/>
    <p:sldId id="406" r:id="rId62"/>
    <p:sldId id="434" r:id="rId63"/>
    <p:sldId id="435" r:id="rId64"/>
    <p:sldId id="428" r:id="rId65"/>
    <p:sldId id="429" r:id="rId66"/>
    <p:sldId id="430" r:id="rId67"/>
    <p:sldId id="433" r:id="rId68"/>
    <p:sldId id="436" r:id="rId69"/>
    <p:sldId id="437" r:id="rId70"/>
    <p:sldId id="438" r:id="rId71"/>
    <p:sldId id="439" r:id="rId72"/>
    <p:sldId id="442" r:id="rId73"/>
    <p:sldId id="443" r:id="rId74"/>
    <p:sldId id="444" r:id="rId75"/>
    <p:sldId id="440" r:id="rId76"/>
    <p:sldId id="446" r:id="rId77"/>
    <p:sldId id="441" r:id="rId78"/>
    <p:sldId id="445" r:id="rId79"/>
    <p:sldId id="447" r:id="rId80"/>
    <p:sldId id="448" r:id="rId81"/>
    <p:sldId id="452" r:id="rId82"/>
    <p:sldId id="479" r:id="rId83"/>
    <p:sldId id="453" r:id="rId84"/>
    <p:sldId id="454" r:id="rId85"/>
    <p:sldId id="455" r:id="rId86"/>
    <p:sldId id="456" r:id="rId87"/>
    <p:sldId id="457" r:id="rId88"/>
    <p:sldId id="458" r:id="rId89"/>
    <p:sldId id="459" r:id="rId90"/>
    <p:sldId id="460" r:id="rId91"/>
    <p:sldId id="461" r:id="rId92"/>
    <p:sldId id="465" r:id="rId93"/>
    <p:sldId id="466" r:id="rId94"/>
    <p:sldId id="472" r:id="rId95"/>
    <p:sldId id="473" r:id="rId96"/>
    <p:sldId id="474" r:id="rId97"/>
    <p:sldId id="475" r:id="rId98"/>
    <p:sldId id="476" r:id="rId99"/>
    <p:sldId id="477" r:id="rId100"/>
    <p:sldId id="483" r:id="rId101"/>
    <p:sldId id="484" r:id="rId102"/>
    <p:sldId id="482" r:id="rId103"/>
    <p:sldId id="486" r:id="rId104"/>
    <p:sldId id="487" r:id="rId105"/>
    <p:sldId id="488" r:id="rId106"/>
    <p:sldId id="489" r:id="rId107"/>
    <p:sldId id="462" r:id="rId108"/>
    <p:sldId id="467" r:id="rId109"/>
    <p:sldId id="468" r:id="rId110"/>
    <p:sldId id="493" r:id="rId111"/>
    <p:sldId id="494" r:id="rId112"/>
    <p:sldId id="469" r:id="rId113"/>
    <p:sldId id="470" r:id="rId114"/>
    <p:sldId id="496" r:id="rId115"/>
    <p:sldId id="505" r:id="rId116"/>
    <p:sldId id="478" r:id="rId117"/>
    <p:sldId id="480" r:id="rId118"/>
    <p:sldId id="481" r:id="rId119"/>
    <p:sldId id="498" r:id="rId120"/>
    <p:sldId id="485" r:id="rId121"/>
    <p:sldId id="495" r:id="rId122"/>
    <p:sldId id="497" r:id="rId123"/>
    <p:sldId id="490" r:id="rId124"/>
    <p:sldId id="491" r:id="rId125"/>
    <p:sldId id="492" r:id="rId126"/>
    <p:sldId id="499" r:id="rId127"/>
    <p:sldId id="500" r:id="rId128"/>
    <p:sldId id="501" r:id="rId129"/>
    <p:sldId id="504" r:id="rId130"/>
    <p:sldId id="507" r:id="rId131"/>
    <p:sldId id="503" r:id="rId132"/>
    <p:sldId id="502" r:id="rId133"/>
    <p:sldId id="506" r:id="rId134"/>
  </p:sldIdLst>
  <p:sldSz cx="12192000" cy="6858000"/>
  <p:notesSz cx="6858000" cy="9144000"/>
  <p:defaultTextStyle>
    <a:defPPr>
      <a:defRPr lang="en-CH"/>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extLst>
    <p:ext uri="{EFAFB233-063F-42B5-8137-9DF3F51BA10A}">
      <p15:sldGuideLst xmlns:p15="http://schemas.microsoft.com/office/powerpoint/2012/main"/>
    </p:ext>
  </p:extLst>
</p:presentation>
</file>

<file path=ppt/presProps.xml><?xml version="1.0" encoding="utf-8"?>
<p:presentationPr xmlns:a="http://schemas.openxmlformats.org/drawingml/2006/main" xmlns:r="http://schemas.openxmlformats.org/officeDocument/2006/relationships" xmlns:p="http://schemas.openxmlformats.org/presentationml/2006/main">
  <p:extLst>
    <p:ext uri="{E76CE94A-603C-4142-B9EB-6D1370010A27}">
      <p14:discardImageEditData xmlns:p14="http://schemas.microsoft.com/office/powerpoint/2010/main" val="0"/>
    </p:ext>
    <p:ext uri="{D31A062A-798A-4329-ABDD-BBA856620510}">
      <p14:defaultImageDpi xmlns:p14="http://schemas.microsoft.com/office/powerpoint/2010/main" val="32767"/>
    </p:ext>
    <p:ext uri="{FD5EFAAD-0ECE-453E-9831-46B23BE46B34}">
      <p15:chartTrackingRefBased xmlns:p15="http://schemas.microsoft.com/office/powerpoint/2012/main" val="1"/>
    </p:ext>
  </p:extLst>
</p:presentationPr>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p:normalViewPr horzBarState="maximized">
    <p:restoredLeft sz="15985" autoAdjust="0"/>
    <p:restoredTop sz="94660"/>
  </p:normalViewPr>
  <p:slideViewPr>
    <p:cSldViewPr snapToGrid="0">
      <p:cViewPr varScale="1">
        <p:scale>
          <a:sx n="88" d="100"/>
          <a:sy n="88" d="100"/>
        </p:scale>
        <p:origin x="213" y="57"/>
      </p:cViewPr>
      <p:guideLst/>
    </p:cSldViewPr>
  </p:slideViewPr>
  <p:notesTextViewPr>
    <p:cViewPr>
      <p:scale>
        <a:sx n="1" d="1"/>
        <a:sy n="1" d="1"/>
      </p:scale>
      <p:origin x="0" y="0"/>
    </p:cViewPr>
  </p:notesTextViewPr>
  <p:gridSpacing cx="72008" cy="72008"/>
</p:viewPr>
</file>

<file path=ppt/_rels/presentation.xml.rels><?xml version="1.0" encoding="UTF-8" standalone="yes"?>
<Relationships xmlns="http://schemas.openxmlformats.org/package/2006/relationships"><Relationship Id="rId26" Type="http://schemas.openxmlformats.org/officeDocument/2006/relationships/slide" Target="slides/slide25.xml"/><Relationship Id="rId117" Type="http://schemas.openxmlformats.org/officeDocument/2006/relationships/slide" Target="slides/slide116.xml"/><Relationship Id="rId21" Type="http://schemas.openxmlformats.org/officeDocument/2006/relationships/slide" Target="slides/slide20.xml"/><Relationship Id="rId42" Type="http://schemas.openxmlformats.org/officeDocument/2006/relationships/slide" Target="slides/slide41.xml"/><Relationship Id="rId47" Type="http://schemas.openxmlformats.org/officeDocument/2006/relationships/slide" Target="slides/slide46.xml"/><Relationship Id="rId63" Type="http://schemas.openxmlformats.org/officeDocument/2006/relationships/slide" Target="slides/slide62.xml"/><Relationship Id="rId68" Type="http://schemas.openxmlformats.org/officeDocument/2006/relationships/slide" Target="slides/slide67.xml"/><Relationship Id="rId84" Type="http://schemas.openxmlformats.org/officeDocument/2006/relationships/slide" Target="slides/slide83.xml"/><Relationship Id="rId89" Type="http://schemas.openxmlformats.org/officeDocument/2006/relationships/slide" Target="slides/slide88.xml"/><Relationship Id="rId112" Type="http://schemas.openxmlformats.org/officeDocument/2006/relationships/slide" Target="slides/slide111.xml"/><Relationship Id="rId133" Type="http://schemas.openxmlformats.org/officeDocument/2006/relationships/slide" Target="slides/slide132.xml"/><Relationship Id="rId138" Type="http://schemas.openxmlformats.org/officeDocument/2006/relationships/tableStyles" Target="tableStyles.xml"/><Relationship Id="rId16" Type="http://schemas.openxmlformats.org/officeDocument/2006/relationships/slide" Target="slides/slide15.xml"/><Relationship Id="rId107" Type="http://schemas.openxmlformats.org/officeDocument/2006/relationships/slide" Target="slides/slide106.xml"/><Relationship Id="rId11" Type="http://schemas.openxmlformats.org/officeDocument/2006/relationships/slide" Target="slides/slide10.xml"/><Relationship Id="rId32" Type="http://schemas.openxmlformats.org/officeDocument/2006/relationships/slide" Target="slides/slide31.xml"/><Relationship Id="rId37" Type="http://schemas.openxmlformats.org/officeDocument/2006/relationships/slide" Target="slides/slide36.xml"/><Relationship Id="rId53" Type="http://schemas.openxmlformats.org/officeDocument/2006/relationships/slide" Target="slides/slide52.xml"/><Relationship Id="rId58" Type="http://schemas.openxmlformats.org/officeDocument/2006/relationships/slide" Target="slides/slide57.xml"/><Relationship Id="rId74" Type="http://schemas.openxmlformats.org/officeDocument/2006/relationships/slide" Target="slides/slide73.xml"/><Relationship Id="rId79" Type="http://schemas.openxmlformats.org/officeDocument/2006/relationships/slide" Target="slides/slide78.xml"/><Relationship Id="rId102" Type="http://schemas.openxmlformats.org/officeDocument/2006/relationships/slide" Target="slides/slide101.xml"/><Relationship Id="rId123" Type="http://schemas.openxmlformats.org/officeDocument/2006/relationships/slide" Target="slides/slide122.xml"/><Relationship Id="rId128" Type="http://schemas.openxmlformats.org/officeDocument/2006/relationships/slide" Target="slides/slide127.xml"/><Relationship Id="rId5" Type="http://schemas.openxmlformats.org/officeDocument/2006/relationships/slide" Target="slides/slide4.xml"/><Relationship Id="rId90" Type="http://schemas.openxmlformats.org/officeDocument/2006/relationships/slide" Target="slides/slide89.xml"/><Relationship Id="rId95" Type="http://schemas.openxmlformats.org/officeDocument/2006/relationships/slide" Target="slides/slide94.xml"/><Relationship Id="rId14" Type="http://schemas.openxmlformats.org/officeDocument/2006/relationships/slide" Target="slides/slide13.xml"/><Relationship Id="rId22" Type="http://schemas.openxmlformats.org/officeDocument/2006/relationships/slide" Target="slides/slide21.xml"/><Relationship Id="rId27" Type="http://schemas.openxmlformats.org/officeDocument/2006/relationships/slide" Target="slides/slide26.xml"/><Relationship Id="rId30" Type="http://schemas.openxmlformats.org/officeDocument/2006/relationships/slide" Target="slides/slide29.xml"/><Relationship Id="rId35" Type="http://schemas.openxmlformats.org/officeDocument/2006/relationships/slide" Target="slides/slide34.xml"/><Relationship Id="rId43" Type="http://schemas.openxmlformats.org/officeDocument/2006/relationships/slide" Target="slides/slide42.xml"/><Relationship Id="rId48" Type="http://schemas.openxmlformats.org/officeDocument/2006/relationships/slide" Target="slides/slide47.xml"/><Relationship Id="rId56" Type="http://schemas.openxmlformats.org/officeDocument/2006/relationships/slide" Target="slides/slide55.xml"/><Relationship Id="rId64" Type="http://schemas.openxmlformats.org/officeDocument/2006/relationships/slide" Target="slides/slide63.xml"/><Relationship Id="rId69" Type="http://schemas.openxmlformats.org/officeDocument/2006/relationships/slide" Target="slides/slide68.xml"/><Relationship Id="rId77" Type="http://schemas.openxmlformats.org/officeDocument/2006/relationships/slide" Target="slides/slide76.xml"/><Relationship Id="rId100" Type="http://schemas.openxmlformats.org/officeDocument/2006/relationships/slide" Target="slides/slide99.xml"/><Relationship Id="rId105" Type="http://schemas.openxmlformats.org/officeDocument/2006/relationships/slide" Target="slides/slide104.xml"/><Relationship Id="rId113" Type="http://schemas.openxmlformats.org/officeDocument/2006/relationships/slide" Target="slides/slide112.xml"/><Relationship Id="rId118" Type="http://schemas.openxmlformats.org/officeDocument/2006/relationships/slide" Target="slides/slide117.xml"/><Relationship Id="rId126" Type="http://schemas.openxmlformats.org/officeDocument/2006/relationships/slide" Target="slides/slide125.xml"/><Relationship Id="rId134" Type="http://schemas.openxmlformats.org/officeDocument/2006/relationships/slide" Target="slides/slide133.xml"/><Relationship Id="rId8" Type="http://schemas.openxmlformats.org/officeDocument/2006/relationships/slide" Target="slides/slide7.xml"/><Relationship Id="rId51" Type="http://schemas.openxmlformats.org/officeDocument/2006/relationships/slide" Target="slides/slide50.xml"/><Relationship Id="rId72" Type="http://schemas.openxmlformats.org/officeDocument/2006/relationships/slide" Target="slides/slide71.xml"/><Relationship Id="rId80" Type="http://schemas.openxmlformats.org/officeDocument/2006/relationships/slide" Target="slides/slide79.xml"/><Relationship Id="rId85" Type="http://schemas.openxmlformats.org/officeDocument/2006/relationships/slide" Target="slides/slide84.xml"/><Relationship Id="rId93" Type="http://schemas.openxmlformats.org/officeDocument/2006/relationships/slide" Target="slides/slide92.xml"/><Relationship Id="rId98" Type="http://schemas.openxmlformats.org/officeDocument/2006/relationships/slide" Target="slides/slide97.xml"/><Relationship Id="rId121" Type="http://schemas.openxmlformats.org/officeDocument/2006/relationships/slide" Target="slides/slide120.xml"/><Relationship Id="rId3" Type="http://schemas.openxmlformats.org/officeDocument/2006/relationships/slide" Target="slides/slide2.xml"/><Relationship Id="rId12" Type="http://schemas.openxmlformats.org/officeDocument/2006/relationships/slide" Target="slides/slide11.xml"/><Relationship Id="rId17" Type="http://schemas.openxmlformats.org/officeDocument/2006/relationships/slide" Target="slides/slide16.xml"/><Relationship Id="rId25" Type="http://schemas.openxmlformats.org/officeDocument/2006/relationships/slide" Target="slides/slide24.xml"/><Relationship Id="rId33" Type="http://schemas.openxmlformats.org/officeDocument/2006/relationships/slide" Target="slides/slide32.xml"/><Relationship Id="rId38" Type="http://schemas.openxmlformats.org/officeDocument/2006/relationships/slide" Target="slides/slide37.xml"/><Relationship Id="rId46" Type="http://schemas.openxmlformats.org/officeDocument/2006/relationships/slide" Target="slides/slide45.xml"/><Relationship Id="rId59" Type="http://schemas.openxmlformats.org/officeDocument/2006/relationships/slide" Target="slides/slide58.xml"/><Relationship Id="rId67" Type="http://schemas.openxmlformats.org/officeDocument/2006/relationships/slide" Target="slides/slide66.xml"/><Relationship Id="rId103" Type="http://schemas.openxmlformats.org/officeDocument/2006/relationships/slide" Target="slides/slide102.xml"/><Relationship Id="rId108" Type="http://schemas.openxmlformats.org/officeDocument/2006/relationships/slide" Target="slides/slide107.xml"/><Relationship Id="rId116" Type="http://schemas.openxmlformats.org/officeDocument/2006/relationships/slide" Target="slides/slide115.xml"/><Relationship Id="rId124" Type="http://schemas.openxmlformats.org/officeDocument/2006/relationships/slide" Target="slides/slide123.xml"/><Relationship Id="rId129" Type="http://schemas.openxmlformats.org/officeDocument/2006/relationships/slide" Target="slides/slide128.xml"/><Relationship Id="rId137" Type="http://schemas.openxmlformats.org/officeDocument/2006/relationships/theme" Target="theme/theme1.xml"/><Relationship Id="rId20" Type="http://schemas.openxmlformats.org/officeDocument/2006/relationships/slide" Target="slides/slide19.xml"/><Relationship Id="rId41" Type="http://schemas.openxmlformats.org/officeDocument/2006/relationships/slide" Target="slides/slide40.xml"/><Relationship Id="rId54" Type="http://schemas.openxmlformats.org/officeDocument/2006/relationships/slide" Target="slides/slide53.xml"/><Relationship Id="rId62" Type="http://schemas.openxmlformats.org/officeDocument/2006/relationships/slide" Target="slides/slide61.xml"/><Relationship Id="rId70" Type="http://schemas.openxmlformats.org/officeDocument/2006/relationships/slide" Target="slides/slide69.xml"/><Relationship Id="rId75" Type="http://schemas.openxmlformats.org/officeDocument/2006/relationships/slide" Target="slides/slide74.xml"/><Relationship Id="rId83" Type="http://schemas.openxmlformats.org/officeDocument/2006/relationships/slide" Target="slides/slide82.xml"/><Relationship Id="rId88" Type="http://schemas.openxmlformats.org/officeDocument/2006/relationships/slide" Target="slides/slide87.xml"/><Relationship Id="rId91" Type="http://schemas.openxmlformats.org/officeDocument/2006/relationships/slide" Target="slides/slide90.xml"/><Relationship Id="rId96" Type="http://schemas.openxmlformats.org/officeDocument/2006/relationships/slide" Target="slides/slide95.xml"/><Relationship Id="rId111" Type="http://schemas.openxmlformats.org/officeDocument/2006/relationships/slide" Target="slides/slide110.xml"/><Relationship Id="rId132" Type="http://schemas.openxmlformats.org/officeDocument/2006/relationships/slide" Target="slides/slide131.xml"/><Relationship Id="rId1" Type="http://schemas.openxmlformats.org/officeDocument/2006/relationships/slideMaster" Target="slideMasters/slideMaster1.xml"/><Relationship Id="rId6" Type="http://schemas.openxmlformats.org/officeDocument/2006/relationships/slide" Target="slides/slide5.xml"/><Relationship Id="rId15" Type="http://schemas.openxmlformats.org/officeDocument/2006/relationships/slide" Target="slides/slide14.xml"/><Relationship Id="rId23" Type="http://schemas.openxmlformats.org/officeDocument/2006/relationships/slide" Target="slides/slide22.xml"/><Relationship Id="rId28" Type="http://schemas.openxmlformats.org/officeDocument/2006/relationships/slide" Target="slides/slide27.xml"/><Relationship Id="rId36" Type="http://schemas.openxmlformats.org/officeDocument/2006/relationships/slide" Target="slides/slide35.xml"/><Relationship Id="rId49" Type="http://schemas.openxmlformats.org/officeDocument/2006/relationships/slide" Target="slides/slide48.xml"/><Relationship Id="rId57" Type="http://schemas.openxmlformats.org/officeDocument/2006/relationships/slide" Target="slides/slide56.xml"/><Relationship Id="rId106" Type="http://schemas.openxmlformats.org/officeDocument/2006/relationships/slide" Target="slides/slide105.xml"/><Relationship Id="rId114" Type="http://schemas.openxmlformats.org/officeDocument/2006/relationships/slide" Target="slides/slide113.xml"/><Relationship Id="rId119" Type="http://schemas.openxmlformats.org/officeDocument/2006/relationships/slide" Target="slides/slide118.xml"/><Relationship Id="rId127" Type="http://schemas.openxmlformats.org/officeDocument/2006/relationships/slide" Target="slides/slide126.xml"/><Relationship Id="rId10" Type="http://schemas.openxmlformats.org/officeDocument/2006/relationships/slide" Target="slides/slide9.xml"/><Relationship Id="rId31" Type="http://schemas.openxmlformats.org/officeDocument/2006/relationships/slide" Target="slides/slide30.xml"/><Relationship Id="rId44" Type="http://schemas.openxmlformats.org/officeDocument/2006/relationships/slide" Target="slides/slide43.xml"/><Relationship Id="rId52" Type="http://schemas.openxmlformats.org/officeDocument/2006/relationships/slide" Target="slides/slide51.xml"/><Relationship Id="rId60" Type="http://schemas.openxmlformats.org/officeDocument/2006/relationships/slide" Target="slides/slide59.xml"/><Relationship Id="rId65" Type="http://schemas.openxmlformats.org/officeDocument/2006/relationships/slide" Target="slides/slide64.xml"/><Relationship Id="rId73" Type="http://schemas.openxmlformats.org/officeDocument/2006/relationships/slide" Target="slides/slide72.xml"/><Relationship Id="rId78" Type="http://schemas.openxmlformats.org/officeDocument/2006/relationships/slide" Target="slides/slide77.xml"/><Relationship Id="rId81" Type="http://schemas.openxmlformats.org/officeDocument/2006/relationships/slide" Target="slides/slide80.xml"/><Relationship Id="rId86" Type="http://schemas.openxmlformats.org/officeDocument/2006/relationships/slide" Target="slides/slide85.xml"/><Relationship Id="rId94" Type="http://schemas.openxmlformats.org/officeDocument/2006/relationships/slide" Target="slides/slide93.xml"/><Relationship Id="rId99" Type="http://schemas.openxmlformats.org/officeDocument/2006/relationships/slide" Target="slides/slide98.xml"/><Relationship Id="rId101" Type="http://schemas.openxmlformats.org/officeDocument/2006/relationships/slide" Target="slides/slide100.xml"/><Relationship Id="rId122" Type="http://schemas.openxmlformats.org/officeDocument/2006/relationships/slide" Target="slides/slide121.xml"/><Relationship Id="rId130" Type="http://schemas.openxmlformats.org/officeDocument/2006/relationships/slide" Target="slides/slide129.xml"/><Relationship Id="rId135" Type="http://schemas.openxmlformats.org/officeDocument/2006/relationships/presProps" Target="presProps.xml"/><Relationship Id="rId4" Type="http://schemas.openxmlformats.org/officeDocument/2006/relationships/slide" Target="slides/slide3.xml"/><Relationship Id="rId9" Type="http://schemas.openxmlformats.org/officeDocument/2006/relationships/slide" Target="slides/slide8.xml"/><Relationship Id="rId13" Type="http://schemas.openxmlformats.org/officeDocument/2006/relationships/slide" Target="slides/slide12.xml"/><Relationship Id="rId18" Type="http://schemas.openxmlformats.org/officeDocument/2006/relationships/slide" Target="slides/slide17.xml"/><Relationship Id="rId39" Type="http://schemas.openxmlformats.org/officeDocument/2006/relationships/slide" Target="slides/slide38.xml"/><Relationship Id="rId109" Type="http://schemas.openxmlformats.org/officeDocument/2006/relationships/slide" Target="slides/slide108.xml"/><Relationship Id="rId34" Type="http://schemas.openxmlformats.org/officeDocument/2006/relationships/slide" Target="slides/slide33.xml"/><Relationship Id="rId50" Type="http://schemas.openxmlformats.org/officeDocument/2006/relationships/slide" Target="slides/slide49.xml"/><Relationship Id="rId55" Type="http://schemas.openxmlformats.org/officeDocument/2006/relationships/slide" Target="slides/slide54.xml"/><Relationship Id="rId76" Type="http://schemas.openxmlformats.org/officeDocument/2006/relationships/slide" Target="slides/slide75.xml"/><Relationship Id="rId97" Type="http://schemas.openxmlformats.org/officeDocument/2006/relationships/slide" Target="slides/slide96.xml"/><Relationship Id="rId104" Type="http://schemas.openxmlformats.org/officeDocument/2006/relationships/slide" Target="slides/slide103.xml"/><Relationship Id="rId120" Type="http://schemas.openxmlformats.org/officeDocument/2006/relationships/slide" Target="slides/slide119.xml"/><Relationship Id="rId125" Type="http://schemas.openxmlformats.org/officeDocument/2006/relationships/slide" Target="slides/slide124.xml"/><Relationship Id="rId7" Type="http://schemas.openxmlformats.org/officeDocument/2006/relationships/slide" Target="slides/slide6.xml"/><Relationship Id="rId71" Type="http://schemas.openxmlformats.org/officeDocument/2006/relationships/slide" Target="slides/slide70.xml"/><Relationship Id="rId92" Type="http://schemas.openxmlformats.org/officeDocument/2006/relationships/slide" Target="slides/slide91.xml"/><Relationship Id="rId2" Type="http://schemas.openxmlformats.org/officeDocument/2006/relationships/slide" Target="slides/slide1.xml"/><Relationship Id="rId29" Type="http://schemas.openxmlformats.org/officeDocument/2006/relationships/slide" Target="slides/slide28.xml"/><Relationship Id="rId24" Type="http://schemas.openxmlformats.org/officeDocument/2006/relationships/slide" Target="slides/slide23.xml"/><Relationship Id="rId40" Type="http://schemas.openxmlformats.org/officeDocument/2006/relationships/slide" Target="slides/slide39.xml"/><Relationship Id="rId45" Type="http://schemas.openxmlformats.org/officeDocument/2006/relationships/slide" Target="slides/slide44.xml"/><Relationship Id="rId66" Type="http://schemas.openxmlformats.org/officeDocument/2006/relationships/slide" Target="slides/slide65.xml"/><Relationship Id="rId87" Type="http://schemas.openxmlformats.org/officeDocument/2006/relationships/slide" Target="slides/slide86.xml"/><Relationship Id="rId110" Type="http://schemas.openxmlformats.org/officeDocument/2006/relationships/slide" Target="slides/slide109.xml"/><Relationship Id="rId115" Type="http://schemas.openxmlformats.org/officeDocument/2006/relationships/slide" Target="slides/slide114.xml"/><Relationship Id="rId131" Type="http://schemas.openxmlformats.org/officeDocument/2006/relationships/slide" Target="slides/slide130.xml"/><Relationship Id="rId136" Type="http://schemas.openxmlformats.org/officeDocument/2006/relationships/viewProps" Target="viewProps.xml"/><Relationship Id="rId61" Type="http://schemas.openxmlformats.org/officeDocument/2006/relationships/slide" Target="slides/slide60.xml"/><Relationship Id="rId82" Type="http://schemas.openxmlformats.org/officeDocument/2006/relationships/slide" Target="slides/slide81.xml"/><Relationship Id="rId19" Type="http://schemas.openxmlformats.org/officeDocument/2006/relationships/slide" Target="slides/slide18.xml"/></Relationship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type="title" preserve="1">
  <p:cSld name="Title Slide">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6D473ABE-114D-4FC9-922C-C143AEF2FE41}"/>
              </a:ext>
            </a:extLst>
          </p:cNvPr>
          <p:cNvSpPr>
            <a:spLocks noGrp="1"/>
          </p:cNvSpPr>
          <p:nvPr>
            <p:ph type="ctrTitle"/>
          </p:nvPr>
        </p:nvSpPr>
        <p:spPr>
          <a:xfrm>
            <a:off x="1524000" y="1122363"/>
            <a:ext cx="9144000" cy="2387600"/>
          </a:xfrm>
        </p:spPr>
        <p:txBody>
          <a:bodyPr anchor="b"/>
          <a:lstStyle>
            <a:lvl1pPr algn="ctr">
              <a:defRPr sz="6000"/>
            </a:lvl1pPr>
          </a:lstStyle>
          <a:p>
            <a:r>
              <a:rPr lang="en-US"/>
              <a:t>Click to edit Master title style</a:t>
            </a:r>
            <a:endParaRPr lang="en-CH"/>
          </a:p>
        </p:txBody>
      </p:sp>
      <p:sp>
        <p:nvSpPr>
          <p:cNvPr id="3" name="Subtitle 2">
            <a:extLst>
              <a:ext uri="{FF2B5EF4-FFF2-40B4-BE49-F238E27FC236}">
                <a16:creationId xmlns:a16="http://schemas.microsoft.com/office/drawing/2014/main" id="{049CF96D-A581-46CA-89B3-A19121807E39}"/>
              </a:ext>
            </a:extLst>
          </p:cNvPr>
          <p:cNvSpPr>
            <a:spLocks noGrp="1"/>
          </p:cNvSpPr>
          <p:nvPr>
            <p:ph type="subTitle" idx="1"/>
          </p:nvPr>
        </p:nvSpPr>
        <p:spPr>
          <a:xfrm>
            <a:off x="1524000" y="3602038"/>
            <a:ext cx="9144000" cy="1655762"/>
          </a:xfrm>
        </p:spPr>
        <p:txBody>
          <a:bodyPr/>
          <a:lstStyle>
            <a:lvl1pPr marL="0" indent="0" algn="ctr">
              <a:buNone/>
              <a:defRPr sz="2400"/>
            </a:lvl1pPr>
            <a:lvl2pPr marL="457200" indent="0" algn="ctr">
              <a:buNone/>
              <a:defRPr sz="2000"/>
            </a:lvl2pPr>
            <a:lvl3pPr marL="914400" indent="0" algn="ctr">
              <a:buNone/>
              <a:defRPr sz="1800"/>
            </a:lvl3pPr>
            <a:lvl4pPr marL="1371600" indent="0" algn="ctr">
              <a:buNone/>
              <a:defRPr sz="1600"/>
            </a:lvl4pPr>
            <a:lvl5pPr marL="1828800" indent="0" algn="ctr">
              <a:buNone/>
              <a:defRPr sz="1600"/>
            </a:lvl5pPr>
            <a:lvl6pPr marL="2286000" indent="0" algn="ctr">
              <a:buNone/>
              <a:defRPr sz="1600"/>
            </a:lvl6pPr>
            <a:lvl7pPr marL="2743200" indent="0" algn="ctr">
              <a:buNone/>
              <a:defRPr sz="1600"/>
            </a:lvl7pPr>
            <a:lvl8pPr marL="3200400" indent="0" algn="ctr">
              <a:buNone/>
              <a:defRPr sz="1600"/>
            </a:lvl8pPr>
            <a:lvl9pPr marL="3657600" indent="0" algn="ctr">
              <a:buNone/>
              <a:defRPr sz="1600"/>
            </a:lvl9pPr>
          </a:lstStyle>
          <a:p>
            <a:r>
              <a:rPr lang="en-US"/>
              <a:t>Click to edit Master subtitle style</a:t>
            </a:r>
            <a:endParaRPr lang="en-CH"/>
          </a:p>
        </p:txBody>
      </p:sp>
      <p:sp>
        <p:nvSpPr>
          <p:cNvPr id="4" name="Date Placeholder 3">
            <a:extLst>
              <a:ext uri="{FF2B5EF4-FFF2-40B4-BE49-F238E27FC236}">
                <a16:creationId xmlns:a16="http://schemas.microsoft.com/office/drawing/2014/main" id="{308D45FF-3D45-4E95-B1F0-5815B6FAE742}"/>
              </a:ext>
            </a:extLst>
          </p:cNvPr>
          <p:cNvSpPr>
            <a:spLocks noGrp="1"/>
          </p:cNvSpPr>
          <p:nvPr>
            <p:ph type="dt" sz="half" idx="10"/>
          </p:nvPr>
        </p:nvSpPr>
        <p:spPr/>
        <p:txBody>
          <a:bodyPr/>
          <a:lstStyle/>
          <a:p>
            <a:fld id="{B0CC16AE-9BD7-4F72-918B-06BB6DDCFC90}" type="datetimeFigureOut">
              <a:rPr lang="en-CH" smtClean="0"/>
              <a:t>15/06/2026</a:t>
            </a:fld>
            <a:endParaRPr lang="en-CH"/>
          </a:p>
        </p:txBody>
      </p:sp>
      <p:sp>
        <p:nvSpPr>
          <p:cNvPr id="5" name="Footer Placeholder 4">
            <a:extLst>
              <a:ext uri="{FF2B5EF4-FFF2-40B4-BE49-F238E27FC236}">
                <a16:creationId xmlns:a16="http://schemas.microsoft.com/office/drawing/2014/main" id="{A6D03B55-E397-4AEE-92AE-C8A7470ADCA8}"/>
              </a:ext>
            </a:extLst>
          </p:cNvPr>
          <p:cNvSpPr>
            <a:spLocks noGrp="1"/>
          </p:cNvSpPr>
          <p:nvPr>
            <p:ph type="ftr" sz="quarter" idx="11"/>
          </p:nvPr>
        </p:nvSpPr>
        <p:spPr/>
        <p:txBody>
          <a:bodyPr/>
          <a:lstStyle/>
          <a:p>
            <a:endParaRPr lang="en-CH"/>
          </a:p>
        </p:txBody>
      </p:sp>
      <p:sp>
        <p:nvSpPr>
          <p:cNvPr id="6" name="Slide Number Placeholder 5">
            <a:extLst>
              <a:ext uri="{FF2B5EF4-FFF2-40B4-BE49-F238E27FC236}">
                <a16:creationId xmlns:a16="http://schemas.microsoft.com/office/drawing/2014/main" id="{C59A7ED5-7077-4BC2-B8D7-DC70A5B110F2}"/>
              </a:ext>
            </a:extLst>
          </p:cNvPr>
          <p:cNvSpPr>
            <a:spLocks noGrp="1"/>
          </p:cNvSpPr>
          <p:nvPr>
            <p:ph type="sldNum" sz="quarter" idx="12"/>
          </p:nvPr>
        </p:nvSpPr>
        <p:spPr/>
        <p:txBody>
          <a:bodyPr/>
          <a:lstStyle/>
          <a:p>
            <a:fld id="{4D1E26A2-74E8-4FDA-9359-683B3A55E4F2}" type="slidenum">
              <a:rPr lang="en-CH" smtClean="0"/>
              <a:t>‹#›</a:t>
            </a:fld>
            <a:endParaRPr lang="en-CH"/>
          </a:p>
        </p:txBody>
      </p:sp>
    </p:spTree>
    <p:extLst>
      <p:ext uri="{BB962C8B-B14F-4D97-AF65-F5344CB8AC3E}">
        <p14:creationId xmlns:p14="http://schemas.microsoft.com/office/powerpoint/2010/main" val="295831567"/>
      </p:ext>
    </p:extLst>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type="obj" preserve="1">
  <p:cSld name="Title and Content">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C748C0CA-01AA-4143-838E-D2A0990BD930}"/>
              </a:ext>
            </a:extLst>
          </p:cNvPr>
          <p:cNvSpPr>
            <a:spLocks noGrp="1"/>
          </p:cNvSpPr>
          <p:nvPr>
            <p:ph type="title"/>
          </p:nvPr>
        </p:nvSpPr>
        <p:spPr/>
        <p:txBody>
          <a:bodyPr/>
          <a:lstStyle/>
          <a:p>
            <a:r>
              <a:rPr lang="en-US"/>
              <a:t>Click to edit Master title style</a:t>
            </a:r>
            <a:endParaRPr lang="en-CH"/>
          </a:p>
        </p:txBody>
      </p:sp>
      <p:sp>
        <p:nvSpPr>
          <p:cNvPr id="3" name="Content Placeholder 2">
            <a:extLst>
              <a:ext uri="{FF2B5EF4-FFF2-40B4-BE49-F238E27FC236}">
                <a16:creationId xmlns:a16="http://schemas.microsoft.com/office/drawing/2014/main" id="{0C9F661E-CABF-44E8-A11A-733532A260A0}"/>
              </a:ext>
            </a:extLst>
          </p:cNvPr>
          <p:cNvSpPr>
            <a:spLocks noGrp="1"/>
          </p:cNvSpPr>
          <p:nvPr>
            <p:ph idx="1"/>
          </p:nvPr>
        </p:nvSpPr>
        <p:spPr/>
        <p:txBody>
          <a:bodyPr/>
          <a:lstStyle/>
          <a:p>
            <a:pPr lvl="0"/>
            <a:r>
              <a:rPr lang="en-US"/>
              <a:t>Edit Master text styles</a:t>
            </a:r>
          </a:p>
          <a:p>
            <a:pPr lvl="1"/>
            <a:r>
              <a:rPr lang="en-US"/>
              <a:t>Second level</a:t>
            </a:r>
          </a:p>
          <a:p>
            <a:pPr lvl="2"/>
            <a:r>
              <a:rPr lang="en-US"/>
              <a:t>Third level</a:t>
            </a:r>
          </a:p>
          <a:p>
            <a:pPr lvl="3"/>
            <a:r>
              <a:rPr lang="en-US"/>
              <a:t>Fourth level</a:t>
            </a:r>
          </a:p>
          <a:p>
            <a:pPr lvl="4"/>
            <a:r>
              <a:rPr lang="en-US"/>
              <a:t>Fifth level</a:t>
            </a:r>
            <a:endParaRPr lang="en-CH"/>
          </a:p>
        </p:txBody>
      </p:sp>
      <p:sp>
        <p:nvSpPr>
          <p:cNvPr id="4" name="Date Placeholder 3">
            <a:extLst>
              <a:ext uri="{FF2B5EF4-FFF2-40B4-BE49-F238E27FC236}">
                <a16:creationId xmlns:a16="http://schemas.microsoft.com/office/drawing/2014/main" id="{89012042-0DBE-49E0-BD8A-8097CCDD99CF}"/>
              </a:ext>
            </a:extLst>
          </p:cNvPr>
          <p:cNvSpPr>
            <a:spLocks noGrp="1"/>
          </p:cNvSpPr>
          <p:nvPr>
            <p:ph type="dt" sz="half" idx="10"/>
          </p:nvPr>
        </p:nvSpPr>
        <p:spPr/>
        <p:txBody>
          <a:bodyPr/>
          <a:lstStyle/>
          <a:p>
            <a:fld id="{B0CC16AE-9BD7-4F72-918B-06BB6DDCFC90}" type="datetimeFigureOut">
              <a:rPr lang="en-CH" smtClean="0"/>
              <a:t>15/06/2026</a:t>
            </a:fld>
            <a:endParaRPr lang="en-CH"/>
          </a:p>
        </p:txBody>
      </p:sp>
      <p:sp>
        <p:nvSpPr>
          <p:cNvPr id="5" name="Footer Placeholder 4">
            <a:extLst>
              <a:ext uri="{FF2B5EF4-FFF2-40B4-BE49-F238E27FC236}">
                <a16:creationId xmlns:a16="http://schemas.microsoft.com/office/drawing/2014/main" id="{1DB3C610-C87A-4581-A2B4-BD6E73EB40FB}"/>
              </a:ext>
            </a:extLst>
          </p:cNvPr>
          <p:cNvSpPr>
            <a:spLocks noGrp="1"/>
          </p:cNvSpPr>
          <p:nvPr>
            <p:ph type="ftr" sz="quarter" idx="11"/>
          </p:nvPr>
        </p:nvSpPr>
        <p:spPr/>
        <p:txBody>
          <a:bodyPr/>
          <a:lstStyle/>
          <a:p>
            <a:endParaRPr lang="en-CH"/>
          </a:p>
        </p:txBody>
      </p:sp>
      <p:sp>
        <p:nvSpPr>
          <p:cNvPr id="6" name="Slide Number Placeholder 5">
            <a:extLst>
              <a:ext uri="{FF2B5EF4-FFF2-40B4-BE49-F238E27FC236}">
                <a16:creationId xmlns:a16="http://schemas.microsoft.com/office/drawing/2014/main" id="{D2EE0272-B008-4F38-B691-4F06EFFA8FBE}"/>
              </a:ext>
            </a:extLst>
          </p:cNvPr>
          <p:cNvSpPr>
            <a:spLocks noGrp="1"/>
          </p:cNvSpPr>
          <p:nvPr>
            <p:ph type="sldNum" sz="quarter" idx="12"/>
          </p:nvPr>
        </p:nvSpPr>
        <p:spPr/>
        <p:txBody>
          <a:bodyPr/>
          <a:lstStyle/>
          <a:p>
            <a:fld id="{4D1E26A2-74E8-4FDA-9359-683B3A55E4F2}" type="slidenum">
              <a:rPr lang="en-CH" smtClean="0"/>
              <a:t>‹#›</a:t>
            </a:fld>
            <a:endParaRPr lang="en-CH"/>
          </a:p>
        </p:txBody>
      </p:sp>
    </p:spTree>
    <p:extLst>
      <p:ext uri="{BB962C8B-B14F-4D97-AF65-F5344CB8AC3E}">
        <p14:creationId xmlns:p14="http://schemas.microsoft.com/office/powerpoint/2010/main" val="2724043253"/>
      </p:ext>
    </p:extLst>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type="secHead" preserve="1">
  <p:cSld name="Section Header">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0135B42F-1924-4DB8-8F91-36FE7628AD6A}"/>
              </a:ext>
            </a:extLst>
          </p:cNvPr>
          <p:cNvSpPr>
            <a:spLocks noGrp="1"/>
          </p:cNvSpPr>
          <p:nvPr>
            <p:ph type="title"/>
          </p:nvPr>
        </p:nvSpPr>
        <p:spPr>
          <a:xfrm>
            <a:off x="831850" y="1709738"/>
            <a:ext cx="10515600" cy="2852737"/>
          </a:xfrm>
        </p:spPr>
        <p:txBody>
          <a:bodyPr anchor="b"/>
          <a:lstStyle>
            <a:lvl1pPr>
              <a:defRPr sz="6000"/>
            </a:lvl1pPr>
          </a:lstStyle>
          <a:p>
            <a:r>
              <a:rPr lang="en-US"/>
              <a:t>Click to edit Master title style</a:t>
            </a:r>
            <a:endParaRPr lang="en-CH"/>
          </a:p>
        </p:txBody>
      </p:sp>
      <p:sp>
        <p:nvSpPr>
          <p:cNvPr id="3" name="Text Placeholder 2">
            <a:extLst>
              <a:ext uri="{FF2B5EF4-FFF2-40B4-BE49-F238E27FC236}">
                <a16:creationId xmlns:a16="http://schemas.microsoft.com/office/drawing/2014/main" id="{FEE56AF1-8254-4A60-98DD-C037B112AFFA}"/>
              </a:ext>
            </a:extLst>
          </p:cNvPr>
          <p:cNvSpPr>
            <a:spLocks noGrp="1"/>
          </p:cNvSpPr>
          <p:nvPr>
            <p:ph type="body" idx="1"/>
          </p:nvPr>
        </p:nvSpPr>
        <p:spPr>
          <a:xfrm>
            <a:off x="831850" y="4589463"/>
            <a:ext cx="10515600" cy="1500187"/>
          </a:xfrm>
        </p:spPr>
        <p:txBody>
          <a:bodyPr/>
          <a:lstStyle>
            <a:lvl1pPr marL="0" indent="0">
              <a:buNone/>
              <a:defRPr sz="2400">
                <a:solidFill>
                  <a:schemeClr val="tx1">
                    <a:tint val="75000"/>
                  </a:schemeClr>
                </a:solidFill>
              </a:defRPr>
            </a:lvl1pPr>
            <a:lvl2pPr marL="457200" indent="0">
              <a:buNone/>
              <a:defRPr sz="2000">
                <a:solidFill>
                  <a:schemeClr val="tx1">
                    <a:tint val="75000"/>
                  </a:schemeClr>
                </a:solidFill>
              </a:defRPr>
            </a:lvl2pPr>
            <a:lvl3pPr marL="914400" indent="0">
              <a:buNone/>
              <a:defRPr sz="1800">
                <a:solidFill>
                  <a:schemeClr val="tx1">
                    <a:tint val="75000"/>
                  </a:schemeClr>
                </a:solidFill>
              </a:defRPr>
            </a:lvl3pPr>
            <a:lvl4pPr marL="1371600" indent="0">
              <a:buNone/>
              <a:defRPr sz="1600">
                <a:solidFill>
                  <a:schemeClr val="tx1">
                    <a:tint val="75000"/>
                  </a:schemeClr>
                </a:solidFill>
              </a:defRPr>
            </a:lvl4pPr>
            <a:lvl5pPr marL="1828800" indent="0">
              <a:buNone/>
              <a:defRPr sz="1600">
                <a:solidFill>
                  <a:schemeClr val="tx1">
                    <a:tint val="75000"/>
                  </a:schemeClr>
                </a:solidFill>
              </a:defRPr>
            </a:lvl5pPr>
            <a:lvl6pPr marL="2286000" indent="0">
              <a:buNone/>
              <a:defRPr sz="1600">
                <a:solidFill>
                  <a:schemeClr val="tx1">
                    <a:tint val="75000"/>
                  </a:schemeClr>
                </a:solidFill>
              </a:defRPr>
            </a:lvl6pPr>
            <a:lvl7pPr marL="2743200" indent="0">
              <a:buNone/>
              <a:defRPr sz="1600">
                <a:solidFill>
                  <a:schemeClr val="tx1">
                    <a:tint val="75000"/>
                  </a:schemeClr>
                </a:solidFill>
              </a:defRPr>
            </a:lvl7pPr>
            <a:lvl8pPr marL="3200400" indent="0">
              <a:buNone/>
              <a:defRPr sz="1600">
                <a:solidFill>
                  <a:schemeClr val="tx1">
                    <a:tint val="75000"/>
                  </a:schemeClr>
                </a:solidFill>
              </a:defRPr>
            </a:lvl8pPr>
            <a:lvl9pPr marL="3657600" indent="0">
              <a:buNone/>
              <a:defRPr sz="1600">
                <a:solidFill>
                  <a:schemeClr val="tx1">
                    <a:tint val="75000"/>
                  </a:schemeClr>
                </a:solidFill>
              </a:defRPr>
            </a:lvl9pPr>
          </a:lstStyle>
          <a:p>
            <a:pPr lvl="0"/>
            <a:r>
              <a:rPr lang="en-US"/>
              <a:t>Edit Master text styles</a:t>
            </a:r>
          </a:p>
        </p:txBody>
      </p:sp>
      <p:sp>
        <p:nvSpPr>
          <p:cNvPr id="4" name="Date Placeholder 3">
            <a:extLst>
              <a:ext uri="{FF2B5EF4-FFF2-40B4-BE49-F238E27FC236}">
                <a16:creationId xmlns:a16="http://schemas.microsoft.com/office/drawing/2014/main" id="{92E26B7E-1100-4756-A293-42232C713661}"/>
              </a:ext>
            </a:extLst>
          </p:cNvPr>
          <p:cNvSpPr>
            <a:spLocks noGrp="1"/>
          </p:cNvSpPr>
          <p:nvPr>
            <p:ph type="dt" sz="half" idx="10"/>
          </p:nvPr>
        </p:nvSpPr>
        <p:spPr/>
        <p:txBody>
          <a:bodyPr/>
          <a:lstStyle/>
          <a:p>
            <a:fld id="{B0CC16AE-9BD7-4F72-918B-06BB6DDCFC90}" type="datetimeFigureOut">
              <a:rPr lang="en-CH" smtClean="0"/>
              <a:t>15/06/2026</a:t>
            </a:fld>
            <a:endParaRPr lang="en-CH"/>
          </a:p>
        </p:txBody>
      </p:sp>
      <p:sp>
        <p:nvSpPr>
          <p:cNvPr id="5" name="Footer Placeholder 4">
            <a:extLst>
              <a:ext uri="{FF2B5EF4-FFF2-40B4-BE49-F238E27FC236}">
                <a16:creationId xmlns:a16="http://schemas.microsoft.com/office/drawing/2014/main" id="{9AEC6155-9E8C-4965-AAE1-85FD4C090D5B}"/>
              </a:ext>
            </a:extLst>
          </p:cNvPr>
          <p:cNvSpPr>
            <a:spLocks noGrp="1"/>
          </p:cNvSpPr>
          <p:nvPr>
            <p:ph type="ftr" sz="quarter" idx="11"/>
          </p:nvPr>
        </p:nvSpPr>
        <p:spPr/>
        <p:txBody>
          <a:bodyPr/>
          <a:lstStyle/>
          <a:p>
            <a:endParaRPr lang="en-CH"/>
          </a:p>
        </p:txBody>
      </p:sp>
      <p:sp>
        <p:nvSpPr>
          <p:cNvPr id="6" name="Slide Number Placeholder 5">
            <a:extLst>
              <a:ext uri="{FF2B5EF4-FFF2-40B4-BE49-F238E27FC236}">
                <a16:creationId xmlns:a16="http://schemas.microsoft.com/office/drawing/2014/main" id="{6A662C3B-752C-4959-B579-D8CA2B1442A8}"/>
              </a:ext>
            </a:extLst>
          </p:cNvPr>
          <p:cNvSpPr>
            <a:spLocks noGrp="1"/>
          </p:cNvSpPr>
          <p:nvPr>
            <p:ph type="sldNum" sz="quarter" idx="12"/>
          </p:nvPr>
        </p:nvSpPr>
        <p:spPr/>
        <p:txBody>
          <a:bodyPr/>
          <a:lstStyle/>
          <a:p>
            <a:fld id="{4D1E26A2-74E8-4FDA-9359-683B3A55E4F2}" type="slidenum">
              <a:rPr lang="en-CH" smtClean="0"/>
              <a:t>‹#›</a:t>
            </a:fld>
            <a:endParaRPr lang="en-CH"/>
          </a:p>
        </p:txBody>
      </p:sp>
    </p:spTree>
    <p:extLst>
      <p:ext uri="{BB962C8B-B14F-4D97-AF65-F5344CB8AC3E}">
        <p14:creationId xmlns:p14="http://schemas.microsoft.com/office/powerpoint/2010/main" val="2603203577"/>
      </p:ext>
    </p:extLst>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type="twoObj" preserve="1">
  <p:cSld name="Two Content">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8A95EE90-EA6C-46E2-9542-6758A69082AA}"/>
              </a:ext>
            </a:extLst>
          </p:cNvPr>
          <p:cNvSpPr>
            <a:spLocks noGrp="1"/>
          </p:cNvSpPr>
          <p:nvPr>
            <p:ph type="title"/>
          </p:nvPr>
        </p:nvSpPr>
        <p:spPr/>
        <p:txBody>
          <a:bodyPr/>
          <a:lstStyle/>
          <a:p>
            <a:r>
              <a:rPr lang="en-US"/>
              <a:t>Click to edit Master title style</a:t>
            </a:r>
            <a:endParaRPr lang="en-CH"/>
          </a:p>
        </p:txBody>
      </p:sp>
      <p:sp>
        <p:nvSpPr>
          <p:cNvPr id="3" name="Content Placeholder 2">
            <a:extLst>
              <a:ext uri="{FF2B5EF4-FFF2-40B4-BE49-F238E27FC236}">
                <a16:creationId xmlns:a16="http://schemas.microsoft.com/office/drawing/2014/main" id="{C5350841-7F48-47D6-ABE4-863F86092F6B}"/>
              </a:ext>
            </a:extLst>
          </p:cNvPr>
          <p:cNvSpPr>
            <a:spLocks noGrp="1"/>
          </p:cNvSpPr>
          <p:nvPr>
            <p:ph sz="half" idx="1"/>
          </p:nvPr>
        </p:nvSpPr>
        <p:spPr>
          <a:xfrm>
            <a:off x="838200" y="1825625"/>
            <a:ext cx="5181600" cy="4351338"/>
          </a:xfrm>
        </p:spPr>
        <p:txBody>
          <a:bodyPr/>
          <a:lstStyle/>
          <a:p>
            <a:pPr lvl="0"/>
            <a:r>
              <a:rPr lang="en-US"/>
              <a:t>Edit Master text styles</a:t>
            </a:r>
          </a:p>
          <a:p>
            <a:pPr lvl="1"/>
            <a:r>
              <a:rPr lang="en-US"/>
              <a:t>Second level</a:t>
            </a:r>
          </a:p>
          <a:p>
            <a:pPr lvl="2"/>
            <a:r>
              <a:rPr lang="en-US"/>
              <a:t>Third level</a:t>
            </a:r>
          </a:p>
          <a:p>
            <a:pPr lvl="3"/>
            <a:r>
              <a:rPr lang="en-US"/>
              <a:t>Fourth level</a:t>
            </a:r>
          </a:p>
          <a:p>
            <a:pPr lvl="4"/>
            <a:r>
              <a:rPr lang="en-US"/>
              <a:t>Fifth level</a:t>
            </a:r>
            <a:endParaRPr lang="en-CH"/>
          </a:p>
        </p:txBody>
      </p:sp>
      <p:sp>
        <p:nvSpPr>
          <p:cNvPr id="4" name="Content Placeholder 3">
            <a:extLst>
              <a:ext uri="{FF2B5EF4-FFF2-40B4-BE49-F238E27FC236}">
                <a16:creationId xmlns:a16="http://schemas.microsoft.com/office/drawing/2014/main" id="{1B4F9C3E-902B-4A9F-A112-22A04A71C2EB}"/>
              </a:ext>
            </a:extLst>
          </p:cNvPr>
          <p:cNvSpPr>
            <a:spLocks noGrp="1"/>
          </p:cNvSpPr>
          <p:nvPr>
            <p:ph sz="half" idx="2"/>
          </p:nvPr>
        </p:nvSpPr>
        <p:spPr>
          <a:xfrm>
            <a:off x="6172200" y="1825625"/>
            <a:ext cx="5181600" cy="4351338"/>
          </a:xfrm>
        </p:spPr>
        <p:txBody>
          <a:bodyPr/>
          <a:lstStyle/>
          <a:p>
            <a:pPr lvl="0"/>
            <a:r>
              <a:rPr lang="en-US"/>
              <a:t>Edit Master text styles</a:t>
            </a:r>
          </a:p>
          <a:p>
            <a:pPr lvl="1"/>
            <a:r>
              <a:rPr lang="en-US"/>
              <a:t>Second level</a:t>
            </a:r>
          </a:p>
          <a:p>
            <a:pPr lvl="2"/>
            <a:r>
              <a:rPr lang="en-US"/>
              <a:t>Third level</a:t>
            </a:r>
          </a:p>
          <a:p>
            <a:pPr lvl="3"/>
            <a:r>
              <a:rPr lang="en-US"/>
              <a:t>Fourth level</a:t>
            </a:r>
          </a:p>
          <a:p>
            <a:pPr lvl="4"/>
            <a:r>
              <a:rPr lang="en-US"/>
              <a:t>Fifth level</a:t>
            </a:r>
            <a:endParaRPr lang="en-CH"/>
          </a:p>
        </p:txBody>
      </p:sp>
      <p:sp>
        <p:nvSpPr>
          <p:cNvPr id="5" name="Date Placeholder 4">
            <a:extLst>
              <a:ext uri="{FF2B5EF4-FFF2-40B4-BE49-F238E27FC236}">
                <a16:creationId xmlns:a16="http://schemas.microsoft.com/office/drawing/2014/main" id="{17B8881B-DD9D-4772-9BE2-4B406F013D57}"/>
              </a:ext>
            </a:extLst>
          </p:cNvPr>
          <p:cNvSpPr>
            <a:spLocks noGrp="1"/>
          </p:cNvSpPr>
          <p:nvPr>
            <p:ph type="dt" sz="half" idx="10"/>
          </p:nvPr>
        </p:nvSpPr>
        <p:spPr/>
        <p:txBody>
          <a:bodyPr/>
          <a:lstStyle/>
          <a:p>
            <a:fld id="{B0CC16AE-9BD7-4F72-918B-06BB6DDCFC90}" type="datetimeFigureOut">
              <a:rPr lang="en-CH" smtClean="0"/>
              <a:t>15/06/2026</a:t>
            </a:fld>
            <a:endParaRPr lang="en-CH"/>
          </a:p>
        </p:txBody>
      </p:sp>
      <p:sp>
        <p:nvSpPr>
          <p:cNvPr id="6" name="Footer Placeholder 5">
            <a:extLst>
              <a:ext uri="{FF2B5EF4-FFF2-40B4-BE49-F238E27FC236}">
                <a16:creationId xmlns:a16="http://schemas.microsoft.com/office/drawing/2014/main" id="{A0C1CB2D-E9DC-420A-A573-C1EEFD2D2906}"/>
              </a:ext>
            </a:extLst>
          </p:cNvPr>
          <p:cNvSpPr>
            <a:spLocks noGrp="1"/>
          </p:cNvSpPr>
          <p:nvPr>
            <p:ph type="ftr" sz="quarter" idx="11"/>
          </p:nvPr>
        </p:nvSpPr>
        <p:spPr/>
        <p:txBody>
          <a:bodyPr/>
          <a:lstStyle/>
          <a:p>
            <a:endParaRPr lang="en-CH"/>
          </a:p>
        </p:txBody>
      </p:sp>
      <p:sp>
        <p:nvSpPr>
          <p:cNvPr id="7" name="Slide Number Placeholder 6">
            <a:extLst>
              <a:ext uri="{FF2B5EF4-FFF2-40B4-BE49-F238E27FC236}">
                <a16:creationId xmlns:a16="http://schemas.microsoft.com/office/drawing/2014/main" id="{B28CC2DF-D488-4D77-A465-685523054F54}"/>
              </a:ext>
            </a:extLst>
          </p:cNvPr>
          <p:cNvSpPr>
            <a:spLocks noGrp="1"/>
          </p:cNvSpPr>
          <p:nvPr>
            <p:ph type="sldNum" sz="quarter" idx="12"/>
          </p:nvPr>
        </p:nvSpPr>
        <p:spPr/>
        <p:txBody>
          <a:bodyPr/>
          <a:lstStyle/>
          <a:p>
            <a:fld id="{4D1E26A2-74E8-4FDA-9359-683B3A55E4F2}" type="slidenum">
              <a:rPr lang="en-CH" smtClean="0"/>
              <a:t>‹#›</a:t>
            </a:fld>
            <a:endParaRPr lang="en-CH"/>
          </a:p>
        </p:txBody>
      </p:sp>
    </p:spTree>
    <p:extLst>
      <p:ext uri="{BB962C8B-B14F-4D97-AF65-F5344CB8AC3E}">
        <p14:creationId xmlns:p14="http://schemas.microsoft.com/office/powerpoint/2010/main" val="4130768820"/>
      </p:ext>
    </p:extLst>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type="twoTxTwoObj" preserve="1">
  <p:cSld name="Comparison">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31E9F342-FFA7-4FF1-9FA9-46CACCA5512F}"/>
              </a:ext>
            </a:extLst>
          </p:cNvPr>
          <p:cNvSpPr>
            <a:spLocks noGrp="1"/>
          </p:cNvSpPr>
          <p:nvPr>
            <p:ph type="title"/>
          </p:nvPr>
        </p:nvSpPr>
        <p:spPr>
          <a:xfrm>
            <a:off x="839788" y="365125"/>
            <a:ext cx="10515600" cy="1325563"/>
          </a:xfrm>
        </p:spPr>
        <p:txBody>
          <a:bodyPr/>
          <a:lstStyle/>
          <a:p>
            <a:r>
              <a:rPr lang="en-US"/>
              <a:t>Click to edit Master title style</a:t>
            </a:r>
            <a:endParaRPr lang="en-CH"/>
          </a:p>
        </p:txBody>
      </p:sp>
      <p:sp>
        <p:nvSpPr>
          <p:cNvPr id="3" name="Text Placeholder 2">
            <a:extLst>
              <a:ext uri="{FF2B5EF4-FFF2-40B4-BE49-F238E27FC236}">
                <a16:creationId xmlns:a16="http://schemas.microsoft.com/office/drawing/2014/main" id="{76EB83C8-C2D3-4CD3-8B04-D0A6303974A2}"/>
              </a:ext>
            </a:extLst>
          </p:cNvPr>
          <p:cNvSpPr>
            <a:spLocks noGrp="1"/>
          </p:cNvSpPr>
          <p:nvPr>
            <p:ph type="body" idx="1"/>
          </p:nvPr>
        </p:nvSpPr>
        <p:spPr>
          <a:xfrm>
            <a:off x="839788" y="1681163"/>
            <a:ext cx="5157787" cy="82391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a:t>Edit Master text styles</a:t>
            </a:r>
          </a:p>
        </p:txBody>
      </p:sp>
      <p:sp>
        <p:nvSpPr>
          <p:cNvPr id="4" name="Content Placeholder 3">
            <a:extLst>
              <a:ext uri="{FF2B5EF4-FFF2-40B4-BE49-F238E27FC236}">
                <a16:creationId xmlns:a16="http://schemas.microsoft.com/office/drawing/2014/main" id="{60B619DB-CCFD-4BCA-A4FE-D39289043CC7}"/>
              </a:ext>
            </a:extLst>
          </p:cNvPr>
          <p:cNvSpPr>
            <a:spLocks noGrp="1"/>
          </p:cNvSpPr>
          <p:nvPr>
            <p:ph sz="half" idx="2"/>
          </p:nvPr>
        </p:nvSpPr>
        <p:spPr>
          <a:xfrm>
            <a:off x="839788" y="2505075"/>
            <a:ext cx="5157787" cy="3684588"/>
          </a:xfrm>
        </p:spPr>
        <p:txBody>
          <a:bodyPr/>
          <a:lstStyle/>
          <a:p>
            <a:pPr lvl="0"/>
            <a:r>
              <a:rPr lang="en-US"/>
              <a:t>Edit Master text styles</a:t>
            </a:r>
          </a:p>
          <a:p>
            <a:pPr lvl="1"/>
            <a:r>
              <a:rPr lang="en-US"/>
              <a:t>Second level</a:t>
            </a:r>
          </a:p>
          <a:p>
            <a:pPr lvl="2"/>
            <a:r>
              <a:rPr lang="en-US"/>
              <a:t>Third level</a:t>
            </a:r>
          </a:p>
          <a:p>
            <a:pPr lvl="3"/>
            <a:r>
              <a:rPr lang="en-US"/>
              <a:t>Fourth level</a:t>
            </a:r>
          </a:p>
          <a:p>
            <a:pPr lvl="4"/>
            <a:r>
              <a:rPr lang="en-US"/>
              <a:t>Fifth level</a:t>
            </a:r>
            <a:endParaRPr lang="en-CH"/>
          </a:p>
        </p:txBody>
      </p:sp>
      <p:sp>
        <p:nvSpPr>
          <p:cNvPr id="5" name="Text Placeholder 4">
            <a:extLst>
              <a:ext uri="{FF2B5EF4-FFF2-40B4-BE49-F238E27FC236}">
                <a16:creationId xmlns:a16="http://schemas.microsoft.com/office/drawing/2014/main" id="{DA6B999C-8FCB-4895-BCFF-05AB1DE6D152}"/>
              </a:ext>
            </a:extLst>
          </p:cNvPr>
          <p:cNvSpPr>
            <a:spLocks noGrp="1"/>
          </p:cNvSpPr>
          <p:nvPr>
            <p:ph type="body" sz="quarter" idx="3"/>
          </p:nvPr>
        </p:nvSpPr>
        <p:spPr>
          <a:xfrm>
            <a:off x="6172200" y="1681163"/>
            <a:ext cx="5183188" cy="82391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a:t>Edit Master text styles</a:t>
            </a:r>
          </a:p>
        </p:txBody>
      </p:sp>
      <p:sp>
        <p:nvSpPr>
          <p:cNvPr id="6" name="Content Placeholder 5">
            <a:extLst>
              <a:ext uri="{FF2B5EF4-FFF2-40B4-BE49-F238E27FC236}">
                <a16:creationId xmlns:a16="http://schemas.microsoft.com/office/drawing/2014/main" id="{0809E0B5-FDA1-40F8-BF6F-C5A51C4B02CF}"/>
              </a:ext>
            </a:extLst>
          </p:cNvPr>
          <p:cNvSpPr>
            <a:spLocks noGrp="1"/>
          </p:cNvSpPr>
          <p:nvPr>
            <p:ph sz="quarter" idx="4"/>
          </p:nvPr>
        </p:nvSpPr>
        <p:spPr>
          <a:xfrm>
            <a:off x="6172200" y="2505075"/>
            <a:ext cx="5183188" cy="3684588"/>
          </a:xfrm>
        </p:spPr>
        <p:txBody>
          <a:bodyPr/>
          <a:lstStyle/>
          <a:p>
            <a:pPr lvl="0"/>
            <a:r>
              <a:rPr lang="en-US"/>
              <a:t>Edit Master text styles</a:t>
            </a:r>
          </a:p>
          <a:p>
            <a:pPr lvl="1"/>
            <a:r>
              <a:rPr lang="en-US"/>
              <a:t>Second level</a:t>
            </a:r>
          </a:p>
          <a:p>
            <a:pPr lvl="2"/>
            <a:r>
              <a:rPr lang="en-US"/>
              <a:t>Third level</a:t>
            </a:r>
          </a:p>
          <a:p>
            <a:pPr lvl="3"/>
            <a:r>
              <a:rPr lang="en-US"/>
              <a:t>Fourth level</a:t>
            </a:r>
          </a:p>
          <a:p>
            <a:pPr lvl="4"/>
            <a:r>
              <a:rPr lang="en-US"/>
              <a:t>Fifth level</a:t>
            </a:r>
            <a:endParaRPr lang="en-CH"/>
          </a:p>
        </p:txBody>
      </p:sp>
      <p:sp>
        <p:nvSpPr>
          <p:cNvPr id="7" name="Date Placeholder 6">
            <a:extLst>
              <a:ext uri="{FF2B5EF4-FFF2-40B4-BE49-F238E27FC236}">
                <a16:creationId xmlns:a16="http://schemas.microsoft.com/office/drawing/2014/main" id="{EF80FF44-0222-461F-AAD0-6E76E02FA302}"/>
              </a:ext>
            </a:extLst>
          </p:cNvPr>
          <p:cNvSpPr>
            <a:spLocks noGrp="1"/>
          </p:cNvSpPr>
          <p:nvPr>
            <p:ph type="dt" sz="half" idx="10"/>
          </p:nvPr>
        </p:nvSpPr>
        <p:spPr/>
        <p:txBody>
          <a:bodyPr/>
          <a:lstStyle/>
          <a:p>
            <a:fld id="{B0CC16AE-9BD7-4F72-918B-06BB6DDCFC90}" type="datetimeFigureOut">
              <a:rPr lang="en-CH" smtClean="0"/>
              <a:t>15/06/2026</a:t>
            </a:fld>
            <a:endParaRPr lang="en-CH"/>
          </a:p>
        </p:txBody>
      </p:sp>
      <p:sp>
        <p:nvSpPr>
          <p:cNvPr id="8" name="Footer Placeholder 7">
            <a:extLst>
              <a:ext uri="{FF2B5EF4-FFF2-40B4-BE49-F238E27FC236}">
                <a16:creationId xmlns:a16="http://schemas.microsoft.com/office/drawing/2014/main" id="{2CA354C6-5D69-4BE8-A769-70C902D7EF96}"/>
              </a:ext>
            </a:extLst>
          </p:cNvPr>
          <p:cNvSpPr>
            <a:spLocks noGrp="1"/>
          </p:cNvSpPr>
          <p:nvPr>
            <p:ph type="ftr" sz="quarter" idx="11"/>
          </p:nvPr>
        </p:nvSpPr>
        <p:spPr/>
        <p:txBody>
          <a:bodyPr/>
          <a:lstStyle/>
          <a:p>
            <a:endParaRPr lang="en-CH"/>
          </a:p>
        </p:txBody>
      </p:sp>
      <p:sp>
        <p:nvSpPr>
          <p:cNvPr id="9" name="Slide Number Placeholder 8">
            <a:extLst>
              <a:ext uri="{FF2B5EF4-FFF2-40B4-BE49-F238E27FC236}">
                <a16:creationId xmlns:a16="http://schemas.microsoft.com/office/drawing/2014/main" id="{19D12C0A-EF36-45E1-B63C-886EC6ADBF09}"/>
              </a:ext>
            </a:extLst>
          </p:cNvPr>
          <p:cNvSpPr>
            <a:spLocks noGrp="1"/>
          </p:cNvSpPr>
          <p:nvPr>
            <p:ph type="sldNum" sz="quarter" idx="12"/>
          </p:nvPr>
        </p:nvSpPr>
        <p:spPr/>
        <p:txBody>
          <a:bodyPr/>
          <a:lstStyle/>
          <a:p>
            <a:fld id="{4D1E26A2-74E8-4FDA-9359-683B3A55E4F2}" type="slidenum">
              <a:rPr lang="en-CH" smtClean="0"/>
              <a:t>‹#›</a:t>
            </a:fld>
            <a:endParaRPr lang="en-CH"/>
          </a:p>
        </p:txBody>
      </p:sp>
    </p:spTree>
    <p:extLst>
      <p:ext uri="{BB962C8B-B14F-4D97-AF65-F5344CB8AC3E}">
        <p14:creationId xmlns:p14="http://schemas.microsoft.com/office/powerpoint/2010/main" val="1260670248"/>
      </p:ext>
    </p:extLst>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type="titleOnly" preserve="1">
  <p:cSld name="Title Only">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FF815E33-FA10-4C38-8D70-F672BAAA814A}"/>
              </a:ext>
            </a:extLst>
          </p:cNvPr>
          <p:cNvSpPr>
            <a:spLocks noGrp="1"/>
          </p:cNvSpPr>
          <p:nvPr>
            <p:ph type="title"/>
          </p:nvPr>
        </p:nvSpPr>
        <p:spPr/>
        <p:txBody>
          <a:bodyPr/>
          <a:lstStyle/>
          <a:p>
            <a:r>
              <a:rPr lang="en-US"/>
              <a:t>Click to edit Master title style</a:t>
            </a:r>
            <a:endParaRPr lang="en-CH"/>
          </a:p>
        </p:txBody>
      </p:sp>
      <p:sp>
        <p:nvSpPr>
          <p:cNvPr id="3" name="Date Placeholder 2">
            <a:extLst>
              <a:ext uri="{FF2B5EF4-FFF2-40B4-BE49-F238E27FC236}">
                <a16:creationId xmlns:a16="http://schemas.microsoft.com/office/drawing/2014/main" id="{BE844539-7C84-4F4B-9D32-AC825820E087}"/>
              </a:ext>
            </a:extLst>
          </p:cNvPr>
          <p:cNvSpPr>
            <a:spLocks noGrp="1"/>
          </p:cNvSpPr>
          <p:nvPr>
            <p:ph type="dt" sz="half" idx="10"/>
          </p:nvPr>
        </p:nvSpPr>
        <p:spPr/>
        <p:txBody>
          <a:bodyPr/>
          <a:lstStyle/>
          <a:p>
            <a:fld id="{B0CC16AE-9BD7-4F72-918B-06BB6DDCFC90}" type="datetimeFigureOut">
              <a:rPr lang="en-CH" smtClean="0"/>
              <a:t>15/06/2026</a:t>
            </a:fld>
            <a:endParaRPr lang="en-CH"/>
          </a:p>
        </p:txBody>
      </p:sp>
      <p:sp>
        <p:nvSpPr>
          <p:cNvPr id="4" name="Footer Placeholder 3">
            <a:extLst>
              <a:ext uri="{FF2B5EF4-FFF2-40B4-BE49-F238E27FC236}">
                <a16:creationId xmlns:a16="http://schemas.microsoft.com/office/drawing/2014/main" id="{D338E92B-59E0-4ACE-8645-4E4CBD952C1C}"/>
              </a:ext>
            </a:extLst>
          </p:cNvPr>
          <p:cNvSpPr>
            <a:spLocks noGrp="1"/>
          </p:cNvSpPr>
          <p:nvPr>
            <p:ph type="ftr" sz="quarter" idx="11"/>
          </p:nvPr>
        </p:nvSpPr>
        <p:spPr/>
        <p:txBody>
          <a:bodyPr/>
          <a:lstStyle/>
          <a:p>
            <a:endParaRPr lang="en-CH"/>
          </a:p>
        </p:txBody>
      </p:sp>
      <p:sp>
        <p:nvSpPr>
          <p:cNvPr id="5" name="Slide Number Placeholder 4">
            <a:extLst>
              <a:ext uri="{FF2B5EF4-FFF2-40B4-BE49-F238E27FC236}">
                <a16:creationId xmlns:a16="http://schemas.microsoft.com/office/drawing/2014/main" id="{4BF0EAB6-478E-463B-9684-E33D3AFCF148}"/>
              </a:ext>
            </a:extLst>
          </p:cNvPr>
          <p:cNvSpPr>
            <a:spLocks noGrp="1"/>
          </p:cNvSpPr>
          <p:nvPr>
            <p:ph type="sldNum" sz="quarter" idx="12"/>
          </p:nvPr>
        </p:nvSpPr>
        <p:spPr/>
        <p:txBody>
          <a:bodyPr/>
          <a:lstStyle/>
          <a:p>
            <a:fld id="{4D1E26A2-74E8-4FDA-9359-683B3A55E4F2}" type="slidenum">
              <a:rPr lang="en-CH" smtClean="0"/>
              <a:t>‹#›</a:t>
            </a:fld>
            <a:endParaRPr lang="en-CH"/>
          </a:p>
        </p:txBody>
      </p:sp>
    </p:spTree>
    <p:extLst>
      <p:ext uri="{BB962C8B-B14F-4D97-AF65-F5344CB8AC3E}">
        <p14:creationId xmlns:p14="http://schemas.microsoft.com/office/powerpoint/2010/main" val="2871500090"/>
      </p:ext>
    </p:extLst>
  </p:cSld>
  <p:clrMapOvr>
    <a:masterClrMapping/>
  </p:clrMapOvr>
</p:sldLayout>
</file>

<file path=ppt/slideLayouts/slideLayout7.xml><?xml version="1.0" encoding="utf-8"?>
<p:sldLayout xmlns:a="http://schemas.openxmlformats.org/drawingml/2006/main" xmlns:r="http://schemas.openxmlformats.org/officeDocument/2006/relationships" xmlns:p="http://schemas.openxmlformats.org/presentationml/2006/main" type="blank" preserve="1">
  <p:cSld name="Blank">
    <p:spTree>
      <p:nvGrpSpPr>
        <p:cNvPr id="1" name=""/>
        <p:cNvGrpSpPr/>
        <p:nvPr/>
      </p:nvGrpSpPr>
      <p:grpSpPr>
        <a:xfrm>
          <a:off x="0" y="0"/>
          <a:ext cx="0" cy="0"/>
          <a:chOff x="0" y="0"/>
          <a:chExt cx="0" cy="0"/>
        </a:xfrm>
      </p:grpSpPr>
      <p:sp>
        <p:nvSpPr>
          <p:cNvPr id="2" name="Date Placeholder 1">
            <a:extLst>
              <a:ext uri="{FF2B5EF4-FFF2-40B4-BE49-F238E27FC236}">
                <a16:creationId xmlns:a16="http://schemas.microsoft.com/office/drawing/2014/main" id="{CACE9BC5-231F-424C-9292-421204E7AB06}"/>
              </a:ext>
            </a:extLst>
          </p:cNvPr>
          <p:cNvSpPr>
            <a:spLocks noGrp="1"/>
          </p:cNvSpPr>
          <p:nvPr>
            <p:ph type="dt" sz="half" idx="10"/>
          </p:nvPr>
        </p:nvSpPr>
        <p:spPr/>
        <p:txBody>
          <a:bodyPr/>
          <a:lstStyle/>
          <a:p>
            <a:fld id="{B0CC16AE-9BD7-4F72-918B-06BB6DDCFC90}" type="datetimeFigureOut">
              <a:rPr lang="en-CH" smtClean="0"/>
              <a:t>15/06/2026</a:t>
            </a:fld>
            <a:endParaRPr lang="en-CH"/>
          </a:p>
        </p:txBody>
      </p:sp>
      <p:sp>
        <p:nvSpPr>
          <p:cNvPr id="3" name="Footer Placeholder 2">
            <a:extLst>
              <a:ext uri="{FF2B5EF4-FFF2-40B4-BE49-F238E27FC236}">
                <a16:creationId xmlns:a16="http://schemas.microsoft.com/office/drawing/2014/main" id="{0C8A1EC2-0039-4A13-A0DC-D65CC9EF99CA}"/>
              </a:ext>
            </a:extLst>
          </p:cNvPr>
          <p:cNvSpPr>
            <a:spLocks noGrp="1"/>
          </p:cNvSpPr>
          <p:nvPr>
            <p:ph type="ftr" sz="quarter" idx="11"/>
          </p:nvPr>
        </p:nvSpPr>
        <p:spPr/>
        <p:txBody>
          <a:bodyPr/>
          <a:lstStyle/>
          <a:p>
            <a:endParaRPr lang="en-CH"/>
          </a:p>
        </p:txBody>
      </p:sp>
      <p:sp>
        <p:nvSpPr>
          <p:cNvPr id="4" name="Slide Number Placeholder 3">
            <a:extLst>
              <a:ext uri="{FF2B5EF4-FFF2-40B4-BE49-F238E27FC236}">
                <a16:creationId xmlns:a16="http://schemas.microsoft.com/office/drawing/2014/main" id="{A038B624-EB62-408B-927A-005174DDD862}"/>
              </a:ext>
            </a:extLst>
          </p:cNvPr>
          <p:cNvSpPr>
            <a:spLocks noGrp="1"/>
          </p:cNvSpPr>
          <p:nvPr>
            <p:ph type="sldNum" sz="quarter" idx="12"/>
          </p:nvPr>
        </p:nvSpPr>
        <p:spPr/>
        <p:txBody>
          <a:bodyPr/>
          <a:lstStyle/>
          <a:p>
            <a:fld id="{4D1E26A2-74E8-4FDA-9359-683B3A55E4F2}" type="slidenum">
              <a:rPr lang="en-CH" smtClean="0"/>
              <a:t>‹#›</a:t>
            </a:fld>
            <a:endParaRPr lang="en-CH"/>
          </a:p>
        </p:txBody>
      </p:sp>
    </p:spTree>
    <p:extLst>
      <p:ext uri="{BB962C8B-B14F-4D97-AF65-F5344CB8AC3E}">
        <p14:creationId xmlns:p14="http://schemas.microsoft.com/office/powerpoint/2010/main" val="412842601"/>
      </p:ext>
    </p:extLst>
  </p:cSld>
  <p:clrMapOvr>
    <a:masterClrMapping/>
  </p:clrMapOvr>
</p:sldLayout>
</file>

<file path=ppt/slideLayouts/slideLayout8.xml><?xml version="1.0" encoding="utf-8"?>
<p:sldLayout xmlns:a="http://schemas.openxmlformats.org/drawingml/2006/main" xmlns:r="http://schemas.openxmlformats.org/officeDocument/2006/relationships" xmlns:p="http://schemas.openxmlformats.org/presentationml/2006/main" type="objTx" preserve="1">
  <p:cSld name="Content with Caption">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2D9FCFC7-D823-438E-8A21-F8BDCBD0737D}"/>
              </a:ext>
            </a:extLst>
          </p:cNvPr>
          <p:cNvSpPr>
            <a:spLocks noGrp="1"/>
          </p:cNvSpPr>
          <p:nvPr>
            <p:ph type="title"/>
          </p:nvPr>
        </p:nvSpPr>
        <p:spPr>
          <a:xfrm>
            <a:off x="839788" y="457200"/>
            <a:ext cx="3932237" cy="1600200"/>
          </a:xfrm>
        </p:spPr>
        <p:txBody>
          <a:bodyPr anchor="b"/>
          <a:lstStyle>
            <a:lvl1pPr>
              <a:defRPr sz="3200"/>
            </a:lvl1pPr>
          </a:lstStyle>
          <a:p>
            <a:r>
              <a:rPr lang="en-US"/>
              <a:t>Click to edit Master title style</a:t>
            </a:r>
            <a:endParaRPr lang="en-CH"/>
          </a:p>
        </p:txBody>
      </p:sp>
      <p:sp>
        <p:nvSpPr>
          <p:cNvPr id="3" name="Content Placeholder 2">
            <a:extLst>
              <a:ext uri="{FF2B5EF4-FFF2-40B4-BE49-F238E27FC236}">
                <a16:creationId xmlns:a16="http://schemas.microsoft.com/office/drawing/2014/main" id="{92A41547-88DC-4E55-B4BD-1BC1E5F5F7D9}"/>
              </a:ext>
            </a:extLst>
          </p:cNvPr>
          <p:cNvSpPr>
            <a:spLocks noGrp="1"/>
          </p:cNvSpPr>
          <p:nvPr>
            <p:ph idx="1"/>
          </p:nvPr>
        </p:nvSpPr>
        <p:spPr>
          <a:xfrm>
            <a:off x="5183188" y="987425"/>
            <a:ext cx="6172200" cy="4873625"/>
          </a:xfrm>
        </p:spPr>
        <p:txBody>
          <a:bodyPr/>
          <a:lstStyle>
            <a:lvl1pPr>
              <a:defRPr sz="3200"/>
            </a:lvl1pPr>
            <a:lvl2pPr>
              <a:defRPr sz="2800"/>
            </a:lvl2pPr>
            <a:lvl3pPr>
              <a:defRPr sz="2400"/>
            </a:lvl3pPr>
            <a:lvl4pPr>
              <a:defRPr sz="2000"/>
            </a:lvl4pPr>
            <a:lvl5pPr>
              <a:defRPr sz="2000"/>
            </a:lvl5pPr>
            <a:lvl6pPr>
              <a:defRPr sz="2000"/>
            </a:lvl6pPr>
            <a:lvl7pPr>
              <a:defRPr sz="2000"/>
            </a:lvl7pPr>
            <a:lvl8pPr>
              <a:defRPr sz="2000"/>
            </a:lvl8pPr>
            <a:lvl9pPr>
              <a:defRPr sz="2000"/>
            </a:lvl9pPr>
          </a:lstStyle>
          <a:p>
            <a:pPr lvl="0"/>
            <a:r>
              <a:rPr lang="en-US"/>
              <a:t>Edit Master text styles</a:t>
            </a:r>
          </a:p>
          <a:p>
            <a:pPr lvl="1"/>
            <a:r>
              <a:rPr lang="en-US"/>
              <a:t>Second level</a:t>
            </a:r>
          </a:p>
          <a:p>
            <a:pPr lvl="2"/>
            <a:r>
              <a:rPr lang="en-US"/>
              <a:t>Third level</a:t>
            </a:r>
          </a:p>
          <a:p>
            <a:pPr lvl="3"/>
            <a:r>
              <a:rPr lang="en-US"/>
              <a:t>Fourth level</a:t>
            </a:r>
          </a:p>
          <a:p>
            <a:pPr lvl="4"/>
            <a:r>
              <a:rPr lang="en-US"/>
              <a:t>Fifth level</a:t>
            </a:r>
            <a:endParaRPr lang="en-CH"/>
          </a:p>
        </p:txBody>
      </p:sp>
      <p:sp>
        <p:nvSpPr>
          <p:cNvPr id="4" name="Text Placeholder 3">
            <a:extLst>
              <a:ext uri="{FF2B5EF4-FFF2-40B4-BE49-F238E27FC236}">
                <a16:creationId xmlns:a16="http://schemas.microsoft.com/office/drawing/2014/main" id="{811362F7-54E4-42C2-8966-580181119E7E}"/>
              </a:ext>
            </a:extLst>
          </p:cNvPr>
          <p:cNvSpPr>
            <a:spLocks noGrp="1"/>
          </p:cNvSpPr>
          <p:nvPr>
            <p:ph type="body" sz="half" idx="2"/>
          </p:nvPr>
        </p:nvSpPr>
        <p:spPr>
          <a:xfrm>
            <a:off x="839788" y="2057400"/>
            <a:ext cx="3932237" cy="3811588"/>
          </a:xfrm>
        </p:spPr>
        <p:txBody>
          <a:bodyPr/>
          <a:lstStyle>
            <a:lvl1pPr marL="0" indent="0">
              <a:buNone/>
              <a:defRPr sz="1600"/>
            </a:lvl1pPr>
            <a:lvl2pPr marL="457200" indent="0">
              <a:buNone/>
              <a:defRPr sz="1400"/>
            </a:lvl2pPr>
            <a:lvl3pPr marL="914400" indent="0">
              <a:buNone/>
              <a:defRPr sz="1200"/>
            </a:lvl3pPr>
            <a:lvl4pPr marL="1371600" indent="0">
              <a:buNone/>
              <a:defRPr sz="1000"/>
            </a:lvl4pPr>
            <a:lvl5pPr marL="1828800" indent="0">
              <a:buNone/>
              <a:defRPr sz="1000"/>
            </a:lvl5pPr>
            <a:lvl6pPr marL="2286000" indent="0">
              <a:buNone/>
              <a:defRPr sz="1000"/>
            </a:lvl6pPr>
            <a:lvl7pPr marL="2743200" indent="0">
              <a:buNone/>
              <a:defRPr sz="1000"/>
            </a:lvl7pPr>
            <a:lvl8pPr marL="3200400" indent="0">
              <a:buNone/>
              <a:defRPr sz="1000"/>
            </a:lvl8pPr>
            <a:lvl9pPr marL="3657600" indent="0">
              <a:buNone/>
              <a:defRPr sz="1000"/>
            </a:lvl9pPr>
          </a:lstStyle>
          <a:p>
            <a:pPr lvl="0"/>
            <a:r>
              <a:rPr lang="en-US"/>
              <a:t>Edit Master text styles</a:t>
            </a:r>
          </a:p>
        </p:txBody>
      </p:sp>
      <p:sp>
        <p:nvSpPr>
          <p:cNvPr id="5" name="Date Placeholder 4">
            <a:extLst>
              <a:ext uri="{FF2B5EF4-FFF2-40B4-BE49-F238E27FC236}">
                <a16:creationId xmlns:a16="http://schemas.microsoft.com/office/drawing/2014/main" id="{5766D75D-AFA1-463B-B84E-D46727AA21A3}"/>
              </a:ext>
            </a:extLst>
          </p:cNvPr>
          <p:cNvSpPr>
            <a:spLocks noGrp="1"/>
          </p:cNvSpPr>
          <p:nvPr>
            <p:ph type="dt" sz="half" idx="10"/>
          </p:nvPr>
        </p:nvSpPr>
        <p:spPr/>
        <p:txBody>
          <a:bodyPr/>
          <a:lstStyle/>
          <a:p>
            <a:fld id="{B0CC16AE-9BD7-4F72-918B-06BB6DDCFC90}" type="datetimeFigureOut">
              <a:rPr lang="en-CH" smtClean="0"/>
              <a:t>15/06/2026</a:t>
            </a:fld>
            <a:endParaRPr lang="en-CH"/>
          </a:p>
        </p:txBody>
      </p:sp>
      <p:sp>
        <p:nvSpPr>
          <p:cNvPr id="6" name="Footer Placeholder 5">
            <a:extLst>
              <a:ext uri="{FF2B5EF4-FFF2-40B4-BE49-F238E27FC236}">
                <a16:creationId xmlns:a16="http://schemas.microsoft.com/office/drawing/2014/main" id="{78257DD7-DCAF-4EB8-A2D5-9CE10BB69A2D}"/>
              </a:ext>
            </a:extLst>
          </p:cNvPr>
          <p:cNvSpPr>
            <a:spLocks noGrp="1"/>
          </p:cNvSpPr>
          <p:nvPr>
            <p:ph type="ftr" sz="quarter" idx="11"/>
          </p:nvPr>
        </p:nvSpPr>
        <p:spPr/>
        <p:txBody>
          <a:bodyPr/>
          <a:lstStyle/>
          <a:p>
            <a:endParaRPr lang="en-CH"/>
          </a:p>
        </p:txBody>
      </p:sp>
      <p:sp>
        <p:nvSpPr>
          <p:cNvPr id="7" name="Slide Number Placeholder 6">
            <a:extLst>
              <a:ext uri="{FF2B5EF4-FFF2-40B4-BE49-F238E27FC236}">
                <a16:creationId xmlns:a16="http://schemas.microsoft.com/office/drawing/2014/main" id="{466A9742-1A39-4012-B3B1-E1642F3C5617}"/>
              </a:ext>
            </a:extLst>
          </p:cNvPr>
          <p:cNvSpPr>
            <a:spLocks noGrp="1"/>
          </p:cNvSpPr>
          <p:nvPr>
            <p:ph type="sldNum" sz="quarter" idx="12"/>
          </p:nvPr>
        </p:nvSpPr>
        <p:spPr/>
        <p:txBody>
          <a:bodyPr/>
          <a:lstStyle/>
          <a:p>
            <a:fld id="{4D1E26A2-74E8-4FDA-9359-683B3A55E4F2}" type="slidenum">
              <a:rPr lang="en-CH" smtClean="0"/>
              <a:t>‹#›</a:t>
            </a:fld>
            <a:endParaRPr lang="en-CH"/>
          </a:p>
        </p:txBody>
      </p:sp>
    </p:spTree>
    <p:extLst>
      <p:ext uri="{BB962C8B-B14F-4D97-AF65-F5344CB8AC3E}">
        <p14:creationId xmlns:p14="http://schemas.microsoft.com/office/powerpoint/2010/main" val="4076043994"/>
      </p:ext>
    </p:extLst>
  </p:cSld>
  <p:clrMapOvr>
    <a:masterClrMapping/>
  </p:clrMapOvr>
</p:sldLayout>
</file>

<file path=ppt/slideLayouts/slideLayout9.xml><?xml version="1.0" encoding="utf-8"?>
<p:sldLayout xmlns:a="http://schemas.openxmlformats.org/drawingml/2006/main" xmlns:r="http://schemas.openxmlformats.org/officeDocument/2006/relationships" xmlns:p="http://schemas.openxmlformats.org/presentationml/2006/main" type="picTx" preserve="1">
  <p:cSld name="Picture with Caption">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2D09139F-71DF-4AAB-B366-1880C5645CCF}"/>
              </a:ext>
            </a:extLst>
          </p:cNvPr>
          <p:cNvSpPr>
            <a:spLocks noGrp="1"/>
          </p:cNvSpPr>
          <p:nvPr>
            <p:ph type="title"/>
          </p:nvPr>
        </p:nvSpPr>
        <p:spPr>
          <a:xfrm>
            <a:off x="839788" y="457200"/>
            <a:ext cx="3932237" cy="1600200"/>
          </a:xfrm>
        </p:spPr>
        <p:txBody>
          <a:bodyPr anchor="b"/>
          <a:lstStyle>
            <a:lvl1pPr>
              <a:defRPr sz="3200"/>
            </a:lvl1pPr>
          </a:lstStyle>
          <a:p>
            <a:r>
              <a:rPr lang="en-US"/>
              <a:t>Click to edit Master title style</a:t>
            </a:r>
            <a:endParaRPr lang="en-CH"/>
          </a:p>
        </p:txBody>
      </p:sp>
      <p:sp>
        <p:nvSpPr>
          <p:cNvPr id="3" name="Picture Placeholder 2">
            <a:extLst>
              <a:ext uri="{FF2B5EF4-FFF2-40B4-BE49-F238E27FC236}">
                <a16:creationId xmlns:a16="http://schemas.microsoft.com/office/drawing/2014/main" id="{24B6779F-D7F2-4356-BC9B-F1ECA02C55C0}"/>
              </a:ext>
            </a:extLst>
          </p:cNvPr>
          <p:cNvSpPr>
            <a:spLocks noGrp="1"/>
          </p:cNvSpPr>
          <p:nvPr>
            <p:ph type="pic" idx="1"/>
          </p:nvPr>
        </p:nvSpPr>
        <p:spPr>
          <a:xfrm>
            <a:off x="5183188" y="987425"/>
            <a:ext cx="6172200" cy="4873625"/>
          </a:xfrm>
        </p:spPr>
        <p:txBody>
          <a:bodyPr/>
          <a:lstStyle>
            <a:lvl1pPr marL="0" indent="0">
              <a:buNone/>
              <a:defRPr sz="3200"/>
            </a:lvl1pPr>
            <a:lvl2pPr marL="457200" indent="0">
              <a:buNone/>
              <a:defRPr sz="2800"/>
            </a:lvl2pPr>
            <a:lvl3pPr marL="914400" indent="0">
              <a:buNone/>
              <a:defRPr sz="2400"/>
            </a:lvl3pPr>
            <a:lvl4pPr marL="1371600" indent="0">
              <a:buNone/>
              <a:defRPr sz="2000"/>
            </a:lvl4pPr>
            <a:lvl5pPr marL="1828800" indent="0">
              <a:buNone/>
              <a:defRPr sz="2000"/>
            </a:lvl5pPr>
            <a:lvl6pPr marL="2286000" indent="0">
              <a:buNone/>
              <a:defRPr sz="2000"/>
            </a:lvl6pPr>
            <a:lvl7pPr marL="2743200" indent="0">
              <a:buNone/>
              <a:defRPr sz="2000"/>
            </a:lvl7pPr>
            <a:lvl8pPr marL="3200400" indent="0">
              <a:buNone/>
              <a:defRPr sz="2000"/>
            </a:lvl8pPr>
            <a:lvl9pPr marL="3657600" indent="0">
              <a:buNone/>
              <a:defRPr sz="2000"/>
            </a:lvl9pPr>
          </a:lstStyle>
          <a:p>
            <a:endParaRPr lang="en-CH"/>
          </a:p>
        </p:txBody>
      </p:sp>
      <p:sp>
        <p:nvSpPr>
          <p:cNvPr id="4" name="Text Placeholder 3">
            <a:extLst>
              <a:ext uri="{FF2B5EF4-FFF2-40B4-BE49-F238E27FC236}">
                <a16:creationId xmlns:a16="http://schemas.microsoft.com/office/drawing/2014/main" id="{8886B71A-6360-40EF-9FD5-DDA4BAA0AF94}"/>
              </a:ext>
            </a:extLst>
          </p:cNvPr>
          <p:cNvSpPr>
            <a:spLocks noGrp="1"/>
          </p:cNvSpPr>
          <p:nvPr>
            <p:ph type="body" sz="half" idx="2"/>
          </p:nvPr>
        </p:nvSpPr>
        <p:spPr>
          <a:xfrm>
            <a:off x="839788" y="2057400"/>
            <a:ext cx="3932237" cy="3811588"/>
          </a:xfrm>
        </p:spPr>
        <p:txBody>
          <a:bodyPr/>
          <a:lstStyle>
            <a:lvl1pPr marL="0" indent="0">
              <a:buNone/>
              <a:defRPr sz="1600"/>
            </a:lvl1pPr>
            <a:lvl2pPr marL="457200" indent="0">
              <a:buNone/>
              <a:defRPr sz="1400"/>
            </a:lvl2pPr>
            <a:lvl3pPr marL="914400" indent="0">
              <a:buNone/>
              <a:defRPr sz="1200"/>
            </a:lvl3pPr>
            <a:lvl4pPr marL="1371600" indent="0">
              <a:buNone/>
              <a:defRPr sz="1000"/>
            </a:lvl4pPr>
            <a:lvl5pPr marL="1828800" indent="0">
              <a:buNone/>
              <a:defRPr sz="1000"/>
            </a:lvl5pPr>
            <a:lvl6pPr marL="2286000" indent="0">
              <a:buNone/>
              <a:defRPr sz="1000"/>
            </a:lvl6pPr>
            <a:lvl7pPr marL="2743200" indent="0">
              <a:buNone/>
              <a:defRPr sz="1000"/>
            </a:lvl7pPr>
            <a:lvl8pPr marL="3200400" indent="0">
              <a:buNone/>
              <a:defRPr sz="1000"/>
            </a:lvl8pPr>
            <a:lvl9pPr marL="3657600" indent="0">
              <a:buNone/>
              <a:defRPr sz="1000"/>
            </a:lvl9pPr>
          </a:lstStyle>
          <a:p>
            <a:pPr lvl="0"/>
            <a:r>
              <a:rPr lang="en-US"/>
              <a:t>Edit Master text styles</a:t>
            </a:r>
          </a:p>
        </p:txBody>
      </p:sp>
      <p:sp>
        <p:nvSpPr>
          <p:cNvPr id="5" name="Date Placeholder 4">
            <a:extLst>
              <a:ext uri="{FF2B5EF4-FFF2-40B4-BE49-F238E27FC236}">
                <a16:creationId xmlns:a16="http://schemas.microsoft.com/office/drawing/2014/main" id="{5C27AD44-B784-41A4-8F49-C338CDB63F80}"/>
              </a:ext>
            </a:extLst>
          </p:cNvPr>
          <p:cNvSpPr>
            <a:spLocks noGrp="1"/>
          </p:cNvSpPr>
          <p:nvPr>
            <p:ph type="dt" sz="half" idx="10"/>
          </p:nvPr>
        </p:nvSpPr>
        <p:spPr/>
        <p:txBody>
          <a:bodyPr/>
          <a:lstStyle/>
          <a:p>
            <a:fld id="{B0CC16AE-9BD7-4F72-918B-06BB6DDCFC90}" type="datetimeFigureOut">
              <a:rPr lang="en-CH" smtClean="0"/>
              <a:t>15/06/2026</a:t>
            </a:fld>
            <a:endParaRPr lang="en-CH"/>
          </a:p>
        </p:txBody>
      </p:sp>
      <p:sp>
        <p:nvSpPr>
          <p:cNvPr id="6" name="Footer Placeholder 5">
            <a:extLst>
              <a:ext uri="{FF2B5EF4-FFF2-40B4-BE49-F238E27FC236}">
                <a16:creationId xmlns:a16="http://schemas.microsoft.com/office/drawing/2014/main" id="{AB921C2C-9E62-4E6A-8613-56485C63C400}"/>
              </a:ext>
            </a:extLst>
          </p:cNvPr>
          <p:cNvSpPr>
            <a:spLocks noGrp="1"/>
          </p:cNvSpPr>
          <p:nvPr>
            <p:ph type="ftr" sz="quarter" idx="11"/>
          </p:nvPr>
        </p:nvSpPr>
        <p:spPr/>
        <p:txBody>
          <a:bodyPr/>
          <a:lstStyle/>
          <a:p>
            <a:endParaRPr lang="en-CH"/>
          </a:p>
        </p:txBody>
      </p:sp>
      <p:sp>
        <p:nvSpPr>
          <p:cNvPr id="7" name="Slide Number Placeholder 6">
            <a:extLst>
              <a:ext uri="{FF2B5EF4-FFF2-40B4-BE49-F238E27FC236}">
                <a16:creationId xmlns:a16="http://schemas.microsoft.com/office/drawing/2014/main" id="{F96CA7D5-B9AB-46AC-8702-5D384977ECE9}"/>
              </a:ext>
            </a:extLst>
          </p:cNvPr>
          <p:cNvSpPr>
            <a:spLocks noGrp="1"/>
          </p:cNvSpPr>
          <p:nvPr>
            <p:ph type="sldNum" sz="quarter" idx="12"/>
          </p:nvPr>
        </p:nvSpPr>
        <p:spPr/>
        <p:txBody>
          <a:bodyPr/>
          <a:lstStyle/>
          <a:p>
            <a:fld id="{4D1E26A2-74E8-4FDA-9359-683B3A55E4F2}" type="slidenum">
              <a:rPr lang="en-CH" smtClean="0"/>
              <a:t>‹#›</a:t>
            </a:fld>
            <a:endParaRPr lang="en-CH"/>
          </a:p>
        </p:txBody>
      </p:sp>
    </p:spTree>
    <p:extLst>
      <p:ext uri="{BB962C8B-B14F-4D97-AF65-F5344CB8AC3E}">
        <p14:creationId xmlns:p14="http://schemas.microsoft.com/office/powerpoint/2010/main" val="3601304043"/>
      </p:ext>
    </p:extLst>
  </p:cSld>
  <p:clrMapOvr>
    <a:masterClrMapping/>
  </p:clrMapOvr>
</p:sldLayout>
</file>

<file path=ppt/slideLayouts/slideLayout10.xml><?xml version="1.0" encoding="utf-8"?>
<p:sldLayout xmlns:a="http://schemas.openxmlformats.org/drawingml/2006/main" xmlns:r="http://schemas.openxmlformats.org/officeDocument/2006/relationships" xmlns:p="http://schemas.openxmlformats.org/presentationml/2006/main" type="vertTx" preserve="1">
  <p:cSld name="Title and Vertical Text">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1C555759-BA2B-40D3-8593-A46148F24CA3}"/>
              </a:ext>
            </a:extLst>
          </p:cNvPr>
          <p:cNvSpPr>
            <a:spLocks noGrp="1"/>
          </p:cNvSpPr>
          <p:nvPr>
            <p:ph type="title"/>
          </p:nvPr>
        </p:nvSpPr>
        <p:spPr/>
        <p:txBody>
          <a:bodyPr/>
          <a:lstStyle/>
          <a:p>
            <a:r>
              <a:rPr lang="en-US"/>
              <a:t>Click to edit Master title style</a:t>
            </a:r>
            <a:endParaRPr lang="en-CH"/>
          </a:p>
        </p:txBody>
      </p:sp>
      <p:sp>
        <p:nvSpPr>
          <p:cNvPr id="3" name="Vertical Text Placeholder 2">
            <a:extLst>
              <a:ext uri="{FF2B5EF4-FFF2-40B4-BE49-F238E27FC236}">
                <a16:creationId xmlns:a16="http://schemas.microsoft.com/office/drawing/2014/main" id="{E28C160A-5ADF-425F-B933-5E4357DE9270}"/>
              </a:ext>
            </a:extLst>
          </p:cNvPr>
          <p:cNvSpPr>
            <a:spLocks noGrp="1"/>
          </p:cNvSpPr>
          <p:nvPr>
            <p:ph type="body" orient="vert" idx="1"/>
          </p:nvPr>
        </p:nvSpPr>
        <p:spPr/>
        <p:txBody>
          <a:bodyPr vert="eaVert"/>
          <a:lstStyle/>
          <a:p>
            <a:pPr lvl="0"/>
            <a:r>
              <a:rPr lang="en-US"/>
              <a:t>Edit Master text styles</a:t>
            </a:r>
          </a:p>
          <a:p>
            <a:pPr lvl="1"/>
            <a:r>
              <a:rPr lang="en-US"/>
              <a:t>Second level</a:t>
            </a:r>
          </a:p>
          <a:p>
            <a:pPr lvl="2"/>
            <a:r>
              <a:rPr lang="en-US"/>
              <a:t>Third level</a:t>
            </a:r>
          </a:p>
          <a:p>
            <a:pPr lvl="3"/>
            <a:r>
              <a:rPr lang="en-US"/>
              <a:t>Fourth level</a:t>
            </a:r>
          </a:p>
          <a:p>
            <a:pPr lvl="4"/>
            <a:r>
              <a:rPr lang="en-US"/>
              <a:t>Fifth level</a:t>
            </a:r>
            <a:endParaRPr lang="en-CH"/>
          </a:p>
        </p:txBody>
      </p:sp>
      <p:sp>
        <p:nvSpPr>
          <p:cNvPr id="4" name="Date Placeholder 3">
            <a:extLst>
              <a:ext uri="{FF2B5EF4-FFF2-40B4-BE49-F238E27FC236}">
                <a16:creationId xmlns:a16="http://schemas.microsoft.com/office/drawing/2014/main" id="{FE4E0661-584E-4C6D-96FA-6CC3F137946F}"/>
              </a:ext>
            </a:extLst>
          </p:cNvPr>
          <p:cNvSpPr>
            <a:spLocks noGrp="1"/>
          </p:cNvSpPr>
          <p:nvPr>
            <p:ph type="dt" sz="half" idx="10"/>
          </p:nvPr>
        </p:nvSpPr>
        <p:spPr/>
        <p:txBody>
          <a:bodyPr/>
          <a:lstStyle/>
          <a:p>
            <a:fld id="{B0CC16AE-9BD7-4F72-918B-06BB6DDCFC90}" type="datetimeFigureOut">
              <a:rPr lang="en-CH" smtClean="0"/>
              <a:t>15/06/2026</a:t>
            </a:fld>
            <a:endParaRPr lang="en-CH"/>
          </a:p>
        </p:txBody>
      </p:sp>
      <p:sp>
        <p:nvSpPr>
          <p:cNvPr id="5" name="Footer Placeholder 4">
            <a:extLst>
              <a:ext uri="{FF2B5EF4-FFF2-40B4-BE49-F238E27FC236}">
                <a16:creationId xmlns:a16="http://schemas.microsoft.com/office/drawing/2014/main" id="{6428CE99-E18B-4BEE-9DE3-5B4D3B28334F}"/>
              </a:ext>
            </a:extLst>
          </p:cNvPr>
          <p:cNvSpPr>
            <a:spLocks noGrp="1"/>
          </p:cNvSpPr>
          <p:nvPr>
            <p:ph type="ftr" sz="quarter" idx="11"/>
          </p:nvPr>
        </p:nvSpPr>
        <p:spPr/>
        <p:txBody>
          <a:bodyPr/>
          <a:lstStyle/>
          <a:p>
            <a:endParaRPr lang="en-CH"/>
          </a:p>
        </p:txBody>
      </p:sp>
      <p:sp>
        <p:nvSpPr>
          <p:cNvPr id="6" name="Slide Number Placeholder 5">
            <a:extLst>
              <a:ext uri="{FF2B5EF4-FFF2-40B4-BE49-F238E27FC236}">
                <a16:creationId xmlns:a16="http://schemas.microsoft.com/office/drawing/2014/main" id="{CD72563B-8603-4A15-AC7F-2D52697EE986}"/>
              </a:ext>
            </a:extLst>
          </p:cNvPr>
          <p:cNvSpPr>
            <a:spLocks noGrp="1"/>
          </p:cNvSpPr>
          <p:nvPr>
            <p:ph type="sldNum" sz="quarter" idx="12"/>
          </p:nvPr>
        </p:nvSpPr>
        <p:spPr/>
        <p:txBody>
          <a:bodyPr/>
          <a:lstStyle/>
          <a:p>
            <a:fld id="{4D1E26A2-74E8-4FDA-9359-683B3A55E4F2}" type="slidenum">
              <a:rPr lang="en-CH" smtClean="0"/>
              <a:t>‹#›</a:t>
            </a:fld>
            <a:endParaRPr lang="en-CH"/>
          </a:p>
        </p:txBody>
      </p:sp>
    </p:spTree>
    <p:extLst>
      <p:ext uri="{BB962C8B-B14F-4D97-AF65-F5344CB8AC3E}">
        <p14:creationId xmlns:p14="http://schemas.microsoft.com/office/powerpoint/2010/main" val="2056146252"/>
      </p:ext>
    </p:extLst>
  </p:cSld>
  <p:clrMapOvr>
    <a:masterClrMapping/>
  </p:clrMapOvr>
</p:sldLayout>
</file>

<file path=ppt/slideLayouts/slideLayout11.xml><?xml version="1.0" encoding="utf-8"?>
<p:sldLayout xmlns:a="http://schemas.openxmlformats.org/drawingml/2006/main" xmlns:r="http://schemas.openxmlformats.org/officeDocument/2006/relationships" xmlns:p="http://schemas.openxmlformats.org/presentationml/2006/main" type="vertTitleAndTx" preserve="1">
  <p:cSld name="Vertical Title and Text">
    <p:spTree>
      <p:nvGrpSpPr>
        <p:cNvPr id="1" name=""/>
        <p:cNvGrpSpPr/>
        <p:nvPr/>
      </p:nvGrpSpPr>
      <p:grpSpPr>
        <a:xfrm>
          <a:off x="0" y="0"/>
          <a:ext cx="0" cy="0"/>
          <a:chOff x="0" y="0"/>
          <a:chExt cx="0" cy="0"/>
        </a:xfrm>
      </p:grpSpPr>
      <p:sp>
        <p:nvSpPr>
          <p:cNvPr id="2" name="Vertical Title 1">
            <a:extLst>
              <a:ext uri="{FF2B5EF4-FFF2-40B4-BE49-F238E27FC236}">
                <a16:creationId xmlns:a16="http://schemas.microsoft.com/office/drawing/2014/main" id="{F3E47A7E-10A9-42D8-AA5E-7962DF56F2CF}"/>
              </a:ext>
            </a:extLst>
          </p:cNvPr>
          <p:cNvSpPr>
            <a:spLocks noGrp="1"/>
          </p:cNvSpPr>
          <p:nvPr>
            <p:ph type="title" orient="vert"/>
          </p:nvPr>
        </p:nvSpPr>
        <p:spPr>
          <a:xfrm>
            <a:off x="8724900" y="365125"/>
            <a:ext cx="2628900" cy="5811838"/>
          </a:xfrm>
        </p:spPr>
        <p:txBody>
          <a:bodyPr vert="eaVert"/>
          <a:lstStyle/>
          <a:p>
            <a:r>
              <a:rPr lang="en-US"/>
              <a:t>Click to edit Master title style</a:t>
            </a:r>
            <a:endParaRPr lang="en-CH"/>
          </a:p>
        </p:txBody>
      </p:sp>
      <p:sp>
        <p:nvSpPr>
          <p:cNvPr id="3" name="Vertical Text Placeholder 2">
            <a:extLst>
              <a:ext uri="{FF2B5EF4-FFF2-40B4-BE49-F238E27FC236}">
                <a16:creationId xmlns:a16="http://schemas.microsoft.com/office/drawing/2014/main" id="{B752D4BF-74E0-425C-B805-FA431FE71AFA}"/>
              </a:ext>
            </a:extLst>
          </p:cNvPr>
          <p:cNvSpPr>
            <a:spLocks noGrp="1"/>
          </p:cNvSpPr>
          <p:nvPr>
            <p:ph type="body" orient="vert" idx="1"/>
          </p:nvPr>
        </p:nvSpPr>
        <p:spPr>
          <a:xfrm>
            <a:off x="838200" y="365125"/>
            <a:ext cx="7734300" cy="5811838"/>
          </a:xfrm>
        </p:spPr>
        <p:txBody>
          <a:bodyPr vert="eaVert"/>
          <a:lstStyle/>
          <a:p>
            <a:pPr lvl="0"/>
            <a:r>
              <a:rPr lang="en-US"/>
              <a:t>Edit Master text styles</a:t>
            </a:r>
          </a:p>
          <a:p>
            <a:pPr lvl="1"/>
            <a:r>
              <a:rPr lang="en-US"/>
              <a:t>Second level</a:t>
            </a:r>
          </a:p>
          <a:p>
            <a:pPr lvl="2"/>
            <a:r>
              <a:rPr lang="en-US"/>
              <a:t>Third level</a:t>
            </a:r>
          </a:p>
          <a:p>
            <a:pPr lvl="3"/>
            <a:r>
              <a:rPr lang="en-US"/>
              <a:t>Fourth level</a:t>
            </a:r>
          </a:p>
          <a:p>
            <a:pPr lvl="4"/>
            <a:r>
              <a:rPr lang="en-US"/>
              <a:t>Fifth level</a:t>
            </a:r>
            <a:endParaRPr lang="en-CH"/>
          </a:p>
        </p:txBody>
      </p:sp>
      <p:sp>
        <p:nvSpPr>
          <p:cNvPr id="4" name="Date Placeholder 3">
            <a:extLst>
              <a:ext uri="{FF2B5EF4-FFF2-40B4-BE49-F238E27FC236}">
                <a16:creationId xmlns:a16="http://schemas.microsoft.com/office/drawing/2014/main" id="{91081249-1E5F-4657-92D6-F77FFC2642BB}"/>
              </a:ext>
            </a:extLst>
          </p:cNvPr>
          <p:cNvSpPr>
            <a:spLocks noGrp="1"/>
          </p:cNvSpPr>
          <p:nvPr>
            <p:ph type="dt" sz="half" idx="10"/>
          </p:nvPr>
        </p:nvSpPr>
        <p:spPr/>
        <p:txBody>
          <a:bodyPr/>
          <a:lstStyle/>
          <a:p>
            <a:fld id="{B0CC16AE-9BD7-4F72-918B-06BB6DDCFC90}" type="datetimeFigureOut">
              <a:rPr lang="en-CH" smtClean="0"/>
              <a:t>15/06/2026</a:t>
            </a:fld>
            <a:endParaRPr lang="en-CH"/>
          </a:p>
        </p:txBody>
      </p:sp>
      <p:sp>
        <p:nvSpPr>
          <p:cNvPr id="5" name="Footer Placeholder 4">
            <a:extLst>
              <a:ext uri="{FF2B5EF4-FFF2-40B4-BE49-F238E27FC236}">
                <a16:creationId xmlns:a16="http://schemas.microsoft.com/office/drawing/2014/main" id="{889C9D50-E54E-47A4-9468-3B764C63FC68}"/>
              </a:ext>
            </a:extLst>
          </p:cNvPr>
          <p:cNvSpPr>
            <a:spLocks noGrp="1"/>
          </p:cNvSpPr>
          <p:nvPr>
            <p:ph type="ftr" sz="quarter" idx="11"/>
          </p:nvPr>
        </p:nvSpPr>
        <p:spPr/>
        <p:txBody>
          <a:bodyPr/>
          <a:lstStyle/>
          <a:p>
            <a:endParaRPr lang="en-CH"/>
          </a:p>
        </p:txBody>
      </p:sp>
      <p:sp>
        <p:nvSpPr>
          <p:cNvPr id="6" name="Slide Number Placeholder 5">
            <a:extLst>
              <a:ext uri="{FF2B5EF4-FFF2-40B4-BE49-F238E27FC236}">
                <a16:creationId xmlns:a16="http://schemas.microsoft.com/office/drawing/2014/main" id="{125EBCD9-F077-4A28-8F87-6454256519C1}"/>
              </a:ext>
            </a:extLst>
          </p:cNvPr>
          <p:cNvSpPr>
            <a:spLocks noGrp="1"/>
          </p:cNvSpPr>
          <p:nvPr>
            <p:ph type="sldNum" sz="quarter" idx="12"/>
          </p:nvPr>
        </p:nvSpPr>
        <p:spPr/>
        <p:txBody>
          <a:bodyPr/>
          <a:lstStyle/>
          <a:p>
            <a:fld id="{4D1E26A2-74E8-4FDA-9359-683B3A55E4F2}" type="slidenum">
              <a:rPr lang="en-CH" smtClean="0"/>
              <a:t>‹#›</a:t>
            </a:fld>
            <a:endParaRPr lang="en-CH"/>
          </a:p>
        </p:txBody>
      </p:sp>
    </p:spTree>
    <p:extLst>
      <p:ext uri="{BB962C8B-B14F-4D97-AF65-F5344CB8AC3E}">
        <p14:creationId xmlns:p14="http://schemas.microsoft.com/office/powerpoint/2010/main" val="1220877401"/>
      </p:ext>
    </p:extLst>
  </p:cSld>
  <p:clrMapOvr>
    <a:masterClrMapping/>
  </p:clrMapOvr>
</p:sldLayout>
</file>

<file path=ppt/slideMasters/_rels/slideMaster1.xml.rels><?xml version="1.0" encoding="UTF-8" standalone="yes"?>
<Relationships xmlns="http://schemas.openxmlformats.org/package/2006/relationships"><Relationship Id="rId8" Type="http://schemas.openxmlformats.org/officeDocument/2006/relationships/slideLayout" Target="../slideLayouts/slideLayout8.xml"/><Relationship Id="rId3" Type="http://schemas.openxmlformats.org/officeDocument/2006/relationships/slideLayout" Target="../slideLayouts/slideLayout3.xml"/><Relationship Id="rId7" Type="http://schemas.openxmlformats.org/officeDocument/2006/relationships/slideLayout" Target="../slideLayouts/slideLayout7.xml"/><Relationship Id="rId12" Type="http://schemas.openxmlformats.org/officeDocument/2006/relationships/theme" Target="../theme/theme1.xml"/><Relationship Id="rId2" Type="http://schemas.openxmlformats.org/officeDocument/2006/relationships/slideLayout" Target="../slideLayouts/slideLayout2.xml"/><Relationship Id="rId1" Type="http://schemas.openxmlformats.org/officeDocument/2006/relationships/slideLayout" Target="../slideLayouts/slideLayout1.xml"/><Relationship Id="rId6" Type="http://schemas.openxmlformats.org/officeDocument/2006/relationships/slideLayout" Target="../slideLayouts/slideLayout6.xml"/><Relationship Id="rId11" Type="http://schemas.openxmlformats.org/officeDocument/2006/relationships/slideLayout" Target="../slideLayouts/slideLayout11.xml"/><Relationship Id="rId5" Type="http://schemas.openxmlformats.org/officeDocument/2006/relationships/slideLayout" Target="../slideLayouts/slideLayout5.xml"/><Relationship Id="rId10" Type="http://schemas.openxmlformats.org/officeDocument/2006/relationships/slideLayout" Target="../slideLayouts/slideLayout10.xml"/><Relationship Id="rId4" Type="http://schemas.openxmlformats.org/officeDocument/2006/relationships/slideLayout" Target="../slideLayouts/slideLayout4.xml"/><Relationship Id="rId9" Type="http://schemas.openxmlformats.org/officeDocument/2006/relationships/slideLayout" Target="../slideLayouts/slideLayout9.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Title Placeholder 1">
            <a:extLst>
              <a:ext uri="{FF2B5EF4-FFF2-40B4-BE49-F238E27FC236}">
                <a16:creationId xmlns:a16="http://schemas.microsoft.com/office/drawing/2014/main" id="{630B5737-CD86-420F-8F7E-82206E3EA462}"/>
              </a:ext>
            </a:extLst>
          </p:cNvPr>
          <p:cNvSpPr>
            <a:spLocks noGrp="1"/>
          </p:cNvSpPr>
          <p:nvPr>
            <p:ph type="title"/>
          </p:nvPr>
        </p:nvSpPr>
        <p:spPr>
          <a:xfrm>
            <a:off x="838200" y="365125"/>
            <a:ext cx="10515600" cy="1325563"/>
          </a:xfrm>
          <a:prstGeom prst="rect">
            <a:avLst/>
          </a:prstGeom>
        </p:spPr>
        <p:txBody>
          <a:bodyPr vert="horz" lIns="91440" tIns="45720" rIns="91440" bIns="45720" rtlCol="0" anchor="ctr">
            <a:normAutofit/>
          </a:bodyPr>
          <a:lstStyle/>
          <a:p>
            <a:r>
              <a:rPr lang="en-US"/>
              <a:t>Click to edit Master title style</a:t>
            </a:r>
            <a:endParaRPr lang="en-CH"/>
          </a:p>
        </p:txBody>
      </p:sp>
      <p:sp>
        <p:nvSpPr>
          <p:cNvPr id="3" name="Text Placeholder 2">
            <a:extLst>
              <a:ext uri="{FF2B5EF4-FFF2-40B4-BE49-F238E27FC236}">
                <a16:creationId xmlns:a16="http://schemas.microsoft.com/office/drawing/2014/main" id="{484FC5AF-EA2A-4570-8A4B-3D41A7CADDD0}"/>
              </a:ext>
            </a:extLst>
          </p:cNvPr>
          <p:cNvSpPr>
            <a:spLocks noGrp="1"/>
          </p:cNvSpPr>
          <p:nvPr>
            <p:ph type="body" idx="1"/>
          </p:nvPr>
        </p:nvSpPr>
        <p:spPr>
          <a:xfrm>
            <a:off x="838200" y="1825625"/>
            <a:ext cx="10515600" cy="4351338"/>
          </a:xfrm>
          <a:prstGeom prst="rect">
            <a:avLst/>
          </a:prstGeom>
        </p:spPr>
        <p:txBody>
          <a:bodyPr vert="horz" lIns="91440" tIns="45720" rIns="91440" bIns="45720" rtlCol="0">
            <a:normAutofit/>
          </a:bodyPr>
          <a:lstStyle/>
          <a:p>
            <a:pPr lvl="0"/>
            <a:r>
              <a:rPr lang="en-US"/>
              <a:t>Edit Master text styles</a:t>
            </a:r>
          </a:p>
          <a:p>
            <a:pPr lvl="1"/>
            <a:r>
              <a:rPr lang="en-US"/>
              <a:t>Second level</a:t>
            </a:r>
          </a:p>
          <a:p>
            <a:pPr lvl="2"/>
            <a:r>
              <a:rPr lang="en-US"/>
              <a:t>Third level</a:t>
            </a:r>
          </a:p>
          <a:p>
            <a:pPr lvl="3"/>
            <a:r>
              <a:rPr lang="en-US"/>
              <a:t>Fourth level</a:t>
            </a:r>
          </a:p>
          <a:p>
            <a:pPr lvl="4"/>
            <a:r>
              <a:rPr lang="en-US"/>
              <a:t>Fifth level</a:t>
            </a:r>
            <a:endParaRPr lang="en-CH"/>
          </a:p>
        </p:txBody>
      </p:sp>
      <p:sp>
        <p:nvSpPr>
          <p:cNvPr id="4" name="Date Placeholder 3">
            <a:extLst>
              <a:ext uri="{FF2B5EF4-FFF2-40B4-BE49-F238E27FC236}">
                <a16:creationId xmlns:a16="http://schemas.microsoft.com/office/drawing/2014/main" id="{9C83C6E4-C120-4171-871E-14754EAC8915}"/>
              </a:ext>
            </a:extLst>
          </p:cNvPr>
          <p:cNvSpPr>
            <a:spLocks noGrp="1"/>
          </p:cNvSpPr>
          <p:nvPr>
            <p:ph type="dt" sz="half" idx="2"/>
          </p:nvPr>
        </p:nvSpPr>
        <p:spPr>
          <a:xfrm>
            <a:off x="838200" y="6356350"/>
            <a:ext cx="2743200" cy="365125"/>
          </a:xfrm>
          <a:prstGeom prst="rect">
            <a:avLst/>
          </a:prstGeom>
        </p:spPr>
        <p:txBody>
          <a:bodyPr vert="horz" lIns="91440" tIns="45720" rIns="91440" bIns="45720" rtlCol="0" anchor="ctr"/>
          <a:lstStyle>
            <a:lvl1pPr algn="l">
              <a:defRPr sz="1200">
                <a:solidFill>
                  <a:schemeClr val="tx1">
                    <a:tint val="75000"/>
                  </a:schemeClr>
                </a:solidFill>
              </a:defRPr>
            </a:lvl1pPr>
          </a:lstStyle>
          <a:p>
            <a:fld id="{B0CC16AE-9BD7-4F72-918B-06BB6DDCFC90}" type="datetimeFigureOut">
              <a:rPr lang="en-CH" smtClean="0"/>
              <a:t>15/06/2026</a:t>
            </a:fld>
            <a:endParaRPr lang="en-CH"/>
          </a:p>
        </p:txBody>
      </p:sp>
      <p:sp>
        <p:nvSpPr>
          <p:cNvPr id="5" name="Footer Placeholder 4">
            <a:extLst>
              <a:ext uri="{FF2B5EF4-FFF2-40B4-BE49-F238E27FC236}">
                <a16:creationId xmlns:a16="http://schemas.microsoft.com/office/drawing/2014/main" id="{4FEDE85E-59EC-494A-A436-6E09589BFA34}"/>
              </a:ext>
            </a:extLst>
          </p:cNvPr>
          <p:cNvSpPr>
            <a:spLocks noGrp="1"/>
          </p:cNvSpPr>
          <p:nvPr>
            <p:ph type="ftr" sz="quarter" idx="3"/>
          </p:nvPr>
        </p:nvSpPr>
        <p:spPr>
          <a:xfrm>
            <a:off x="4038600" y="6356350"/>
            <a:ext cx="4114800" cy="365125"/>
          </a:xfrm>
          <a:prstGeom prst="rect">
            <a:avLst/>
          </a:prstGeom>
        </p:spPr>
        <p:txBody>
          <a:bodyPr vert="horz" lIns="91440" tIns="45720" rIns="91440" bIns="45720" rtlCol="0" anchor="ctr"/>
          <a:lstStyle>
            <a:lvl1pPr algn="ctr">
              <a:defRPr sz="1200">
                <a:solidFill>
                  <a:schemeClr val="tx1">
                    <a:tint val="75000"/>
                  </a:schemeClr>
                </a:solidFill>
              </a:defRPr>
            </a:lvl1pPr>
          </a:lstStyle>
          <a:p>
            <a:endParaRPr lang="en-CH"/>
          </a:p>
        </p:txBody>
      </p:sp>
      <p:sp>
        <p:nvSpPr>
          <p:cNvPr id="6" name="Slide Number Placeholder 5">
            <a:extLst>
              <a:ext uri="{FF2B5EF4-FFF2-40B4-BE49-F238E27FC236}">
                <a16:creationId xmlns:a16="http://schemas.microsoft.com/office/drawing/2014/main" id="{02CAB59B-69FD-4AD2-A989-D03BF60AE98A}"/>
              </a:ext>
            </a:extLst>
          </p:cNvPr>
          <p:cNvSpPr>
            <a:spLocks noGrp="1"/>
          </p:cNvSpPr>
          <p:nvPr>
            <p:ph type="sldNum" sz="quarter" idx="4"/>
          </p:nvPr>
        </p:nvSpPr>
        <p:spPr>
          <a:xfrm>
            <a:off x="8610600" y="6356350"/>
            <a:ext cx="2743200" cy="365125"/>
          </a:xfrm>
          <a:prstGeom prst="rect">
            <a:avLst/>
          </a:prstGeom>
        </p:spPr>
        <p:txBody>
          <a:bodyPr vert="horz" lIns="91440" tIns="45720" rIns="91440" bIns="45720" rtlCol="0" anchor="ctr"/>
          <a:lstStyle>
            <a:lvl1pPr algn="r">
              <a:defRPr sz="1200">
                <a:solidFill>
                  <a:schemeClr val="tx1">
                    <a:tint val="75000"/>
                  </a:schemeClr>
                </a:solidFill>
              </a:defRPr>
            </a:lvl1pPr>
          </a:lstStyle>
          <a:p>
            <a:fld id="{4D1E26A2-74E8-4FDA-9359-683B3A55E4F2}" type="slidenum">
              <a:rPr lang="en-CH" smtClean="0"/>
              <a:t>‹#›</a:t>
            </a:fld>
            <a:endParaRPr lang="en-CH"/>
          </a:p>
        </p:txBody>
      </p:sp>
    </p:spTree>
    <p:extLst>
      <p:ext uri="{BB962C8B-B14F-4D97-AF65-F5344CB8AC3E}">
        <p14:creationId xmlns:p14="http://schemas.microsoft.com/office/powerpoint/2010/main" val="3758969420"/>
      </p:ext>
    </p:extLst>
  </p:cSld>
  <p:clrMap bg1="lt1" tx1="dk1" bg2="lt2" tx2="dk2" accent1="accent1" accent2="accent2" accent3="accent3" accent4="accent4" accent5="accent5" accent6="accent6" hlink="hlink" folHlink="folHlink"/>
  <p:sldLayoutIdLst>
    <p:sldLayoutId id="2147483649" r:id="rId1"/>
    <p:sldLayoutId id="2147483650" r:id="rId2"/>
    <p:sldLayoutId id="2147483651" r:id="rId3"/>
    <p:sldLayoutId id="2147483652" r:id="rId4"/>
    <p:sldLayoutId id="2147483653" r:id="rId5"/>
    <p:sldLayoutId id="2147483654" r:id="rId6"/>
    <p:sldLayoutId id="2147483655" r:id="rId7"/>
    <p:sldLayoutId id="2147483656" r:id="rId8"/>
    <p:sldLayoutId id="2147483657" r:id="rId9"/>
    <p:sldLayoutId id="2147483658" r:id="rId10"/>
    <p:sldLayoutId id="2147483659" r:id="rId11"/>
  </p:sldLayoutIdLst>
  <p:txStyles>
    <p:titleStyle>
      <a:lvl1pPr algn="l" defTabSz="914400" rtl="0" eaLnBrk="1" latinLnBrk="0" hangingPunct="1">
        <a:lnSpc>
          <a:spcPct val="90000"/>
        </a:lnSpc>
        <a:spcBef>
          <a:spcPct val="0"/>
        </a:spcBef>
        <a:buNone/>
        <a:defRPr sz="4400" kern="1200">
          <a:solidFill>
            <a:schemeClr val="tx1"/>
          </a:solidFill>
          <a:latin typeface="+mj-lt"/>
          <a:ea typeface="+mj-ea"/>
          <a:cs typeface="+mj-cs"/>
        </a:defRPr>
      </a:lvl1pPr>
    </p:titleStyle>
    <p:bodyStyle>
      <a:lvl1pPr marL="228600" indent="-228600" algn="l" defTabSz="914400" rtl="0" eaLnBrk="1" latinLnBrk="0" hangingPunct="1">
        <a:lnSpc>
          <a:spcPct val="90000"/>
        </a:lnSpc>
        <a:spcBef>
          <a:spcPts val="1000"/>
        </a:spcBef>
        <a:buFont typeface="Arial" panose="020B0604020202020204" pitchFamily="34" charset="0"/>
        <a:buChar char="•"/>
        <a:defRPr sz="2800" kern="1200">
          <a:solidFill>
            <a:schemeClr val="tx1"/>
          </a:solidFill>
          <a:latin typeface="+mn-lt"/>
          <a:ea typeface="+mn-ea"/>
          <a:cs typeface="+mn-cs"/>
        </a:defRPr>
      </a:lvl1pPr>
      <a:lvl2pPr marL="685800" indent="-228600" algn="l" defTabSz="914400" rtl="0" eaLnBrk="1" latinLnBrk="0" hangingPunct="1">
        <a:lnSpc>
          <a:spcPct val="90000"/>
        </a:lnSpc>
        <a:spcBef>
          <a:spcPts val="500"/>
        </a:spcBef>
        <a:buFont typeface="Arial" panose="020B0604020202020204" pitchFamily="34" charset="0"/>
        <a:buChar char="•"/>
        <a:defRPr sz="2400" kern="1200">
          <a:solidFill>
            <a:schemeClr val="tx1"/>
          </a:solidFill>
          <a:latin typeface="+mn-lt"/>
          <a:ea typeface="+mn-ea"/>
          <a:cs typeface="+mn-cs"/>
        </a:defRPr>
      </a:lvl2pPr>
      <a:lvl3pPr marL="1143000" indent="-228600" algn="l" defTabSz="914400" rtl="0" eaLnBrk="1" latinLnBrk="0" hangingPunct="1">
        <a:lnSpc>
          <a:spcPct val="90000"/>
        </a:lnSpc>
        <a:spcBef>
          <a:spcPts val="500"/>
        </a:spcBef>
        <a:buFont typeface="Arial" panose="020B0604020202020204" pitchFamily="34" charset="0"/>
        <a:buChar char="•"/>
        <a:defRPr sz="2000" kern="1200">
          <a:solidFill>
            <a:schemeClr val="tx1"/>
          </a:solidFill>
          <a:latin typeface="+mn-lt"/>
          <a:ea typeface="+mn-ea"/>
          <a:cs typeface="+mn-cs"/>
        </a:defRPr>
      </a:lvl3pPr>
      <a:lvl4pPr marL="1600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4pPr>
      <a:lvl5pPr marL="20574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5pPr>
      <a:lvl6pPr marL="25146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6pPr>
      <a:lvl7pPr marL="29718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7pPr>
      <a:lvl8pPr marL="34290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8pPr>
      <a:lvl9pPr marL="3886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9pPr>
    </p:bodyStyle>
    <p:otherStyle>
      <a:defPPr>
        <a:defRPr lang="en-CH"/>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3.xml"/></Relationships>
</file>

<file path=ppt/slides/_rels/slide3.xml.rels><?xml version="1.0" encoding="UTF-8" standalone="yes"?>
<Relationships xmlns="http://schemas.openxmlformats.org/package/2006/relationships"><Relationship Id="rId3" Type="http://schemas.openxmlformats.org/officeDocument/2006/relationships/image" Target="../media/image2.emf"/><Relationship Id="rId2" Type="http://schemas.openxmlformats.org/officeDocument/2006/relationships/image" Target="../media/image1.emf"/><Relationship Id="rId1" Type="http://schemas.openxmlformats.org/officeDocument/2006/relationships/slideLayout" Target="../slideLayouts/slideLayout7.xml"/><Relationship Id="rId4" Type="http://schemas.openxmlformats.org/officeDocument/2006/relationships/image" Target="../media/image3.emf"/></Relationships>
</file>

<file path=ppt/slides/_rels/slide4.xml.rels><?xml version="1.0" encoding="UTF-8" standalone="yes"?>
<Relationships xmlns="http://schemas.openxmlformats.org/package/2006/relationships"><Relationship Id="rId3" Type="http://schemas.openxmlformats.org/officeDocument/2006/relationships/image" Target="../media/image5.emf"/><Relationship Id="rId2" Type="http://schemas.openxmlformats.org/officeDocument/2006/relationships/image" Target="../media/image4.emf"/><Relationship Id="rId1" Type="http://schemas.openxmlformats.org/officeDocument/2006/relationships/slideLayout" Target="../slideLayouts/slideLayout7.xml"/><Relationship Id="rId4" Type="http://schemas.openxmlformats.org/officeDocument/2006/relationships/image" Target="../media/image6.emf"/></Relationships>
</file>

<file path=ppt/slides/_rels/slide5.xml.rels><?xml version="1.0" encoding="UTF-8" standalone="yes"?>
<Relationships xmlns="http://schemas.openxmlformats.org/package/2006/relationships"><Relationship Id="rId3" Type="http://schemas.openxmlformats.org/officeDocument/2006/relationships/image" Target="../media/image8.emf"/><Relationship Id="rId2" Type="http://schemas.openxmlformats.org/officeDocument/2006/relationships/image" Target="../media/image7.emf"/><Relationship Id="rId1" Type="http://schemas.openxmlformats.org/officeDocument/2006/relationships/slideLayout" Target="../slideLayouts/slideLayout7.xml"/><Relationship Id="rId4" Type="http://schemas.openxmlformats.org/officeDocument/2006/relationships/image" Target="../media/image9.emf"/></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3.xml"/></Relationships>
</file>

<file path=ppt/slides/_rels/slide7.xml.rels><?xml version="1.0" encoding="UTF-8" standalone="yes"?>
<Relationships xmlns="http://schemas.openxmlformats.org/package/2006/relationships"><Relationship Id="rId3" Type="http://schemas.openxmlformats.org/officeDocument/2006/relationships/image" Target="../media/image11.emf"/><Relationship Id="rId2" Type="http://schemas.openxmlformats.org/officeDocument/2006/relationships/image" Target="../media/image10.emf"/><Relationship Id="rId1" Type="http://schemas.openxmlformats.org/officeDocument/2006/relationships/slideLayout" Target="../slideLayouts/slideLayout7.xml"/></Relationships>
</file>

<file path=ppt/slides/_rels/slide8.xml.rels><?xml version="1.0" encoding="UTF-8" standalone="yes"?>
<Relationships xmlns="http://schemas.openxmlformats.org/package/2006/relationships"><Relationship Id="rId3" Type="http://schemas.openxmlformats.org/officeDocument/2006/relationships/image" Target="../media/image13.emf"/><Relationship Id="rId2" Type="http://schemas.openxmlformats.org/officeDocument/2006/relationships/image" Target="../media/image12.emf"/><Relationship Id="rId1" Type="http://schemas.openxmlformats.org/officeDocument/2006/relationships/slideLayout" Target="../slideLayouts/slideLayout7.xml"/></Relationships>
</file>

<file path=ppt/slides/_rels/slide9.xml.rels><?xml version="1.0" encoding="UTF-8" standalone="yes"?>
<Relationships xmlns="http://schemas.openxmlformats.org/package/2006/relationships"><Relationship Id="rId3" Type="http://schemas.openxmlformats.org/officeDocument/2006/relationships/image" Target="../media/image15.png"/><Relationship Id="rId2" Type="http://schemas.openxmlformats.org/officeDocument/2006/relationships/image" Target="../media/image14.png"/><Relationship Id="rId1" Type="http://schemas.openxmlformats.org/officeDocument/2006/relationships/slideLayout" Target="../slideLayouts/slideLayout7.xml"/></Relationships>
</file>

<file path=ppt/slides/_rels/slide10.xml.rels><?xml version="1.0" encoding="UTF-8" standalone="yes"?>
<Relationships xmlns="http://schemas.openxmlformats.org/package/2006/relationships"><Relationship Id="rId3" Type="http://schemas.openxmlformats.org/officeDocument/2006/relationships/image" Target="../media/image17.png"/><Relationship Id="rId2" Type="http://schemas.openxmlformats.org/officeDocument/2006/relationships/image" Target="../media/image16.png"/><Relationship Id="rId1" Type="http://schemas.openxmlformats.org/officeDocument/2006/relationships/slideLayout" Target="../slideLayouts/slideLayout7.xml"/></Relationships>
</file>

<file path=ppt/slides/_rels/slide11.xml.rels><?xml version="1.0" encoding="UTF-8" standalone="yes"?>
<Relationships xmlns="http://schemas.openxmlformats.org/package/2006/relationships"><Relationship Id="rId3" Type="http://schemas.openxmlformats.org/officeDocument/2006/relationships/image" Target="../media/image19.png"/><Relationship Id="rId2" Type="http://schemas.openxmlformats.org/officeDocument/2006/relationships/image" Target="../media/image18.png"/><Relationship Id="rId1" Type="http://schemas.openxmlformats.org/officeDocument/2006/relationships/slideLayout" Target="../slideLayouts/slideLayout7.xml"/></Relationships>
</file>

<file path=ppt/slides/_rels/slide12.xml.rels><?xml version="1.0" encoding="UTF-8" standalone="yes"?>
<Relationships xmlns="http://schemas.openxmlformats.org/package/2006/relationships"><Relationship Id="rId3" Type="http://schemas.openxmlformats.org/officeDocument/2006/relationships/image" Target="../media/image21.emf"/><Relationship Id="rId2" Type="http://schemas.openxmlformats.org/officeDocument/2006/relationships/image" Target="../media/image20.emf"/><Relationship Id="rId1" Type="http://schemas.openxmlformats.org/officeDocument/2006/relationships/slideLayout" Target="../slideLayouts/slideLayout7.xml"/></Relationships>
</file>

<file path=ppt/slides/_rels/slide13.xml.rels><?xml version="1.0" encoding="UTF-8" standalone="yes"?>
<Relationships xmlns="http://schemas.openxmlformats.org/package/2006/relationships"><Relationship Id="rId3" Type="http://schemas.openxmlformats.org/officeDocument/2006/relationships/image" Target="../media/image23.emf"/><Relationship Id="rId2" Type="http://schemas.openxmlformats.org/officeDocument/2006/relationships/image" Target="../media/image22.emf"/><Relationship Id="rId1" Type="http://schemas.openxmlformats.org/officeDocument/2006/relationships/slideLayout" Target="../slideLayouts/slideLayout7.xml"/></Relationships>
</file>

<file path=ppt/slides/_rels/slide14.xml.rels><?xml version="1.0" encoding="UTF-8" standalone="yes"?>
<Relationships xmlns="http://schemas.openxmlformats.org/package/2006/relationships"><Relationship Id="rId3" Type="http://schemas.openxmlformats.org/officeDocument/2006/relationships/image" Target="../media/image25.png"/><Relationship Id="rId2" Type="http://schemas.openxmlformats.org/officeDocument/2006/relationships/image" Target="../media/image24.png"/><Relationship Id="rId1" Type="http://schemas.openxmlformats.org/officeDocument/2006/relationships/slideLayout" Target="../slideLayouts/slideLayout7.xml"/></Relationships>
</file>

<file path=ppt/slides/_rels/slide15.xml.rels><?xml version="1.0" encoding="UTF-8" standalone="yes"?>
<Relationships xmlns="http://schemas.openxmlformats.org/package/2006/relationships"><Relationship Id="rId3" Type="http://schemas.openxmlformats.org/officeDocument/2006/relationships/image" Target="../media/image27.png"/><Relationship Id="rId2" Type="http://schemas.openxmlformats.org/officeDocument/2006/relationships/image" Target="../media/image26.png"/><Relationship Id="rId1" Type="http://schemas.openxmlformats.org/officeDocument/2006/relationships/slideLayout" Target="../slideLayouts/slideLayout7.xml"/></Relationships>
</file>

<file path=ppt/slides/_rels/slide16.xml.rels><?xml version="1.0" encoding="UTF-8" standalone="yes"?>
<Relationships xmlns="http://schemas.openxmlformats.org/package/2006/relationships"><Relationship Id="rId3" Type="http://schemas.openxmlformats.org/officeDocument/2006/relationships/image" Target="../media/image29.png"/><Relationship Id="rId2" Type="http://schemas.openxmlformats.org/officeDocument/2006/relationships/image" Target="../media/image28.png"/><Relationship Id="rId1" Type="http://schemas.openxmlformats.org/officeDocument/2006/relationships/slideLayout" Target="../slideLayouts/slideLayout7.xml"/></Relationships>
</file>

<file path=ppt/slides/_rels/slide17.xml.rels><?xml version="1.0" encoding="UTF-8" standalone="yes"?>
<Relationships xmlns="http://schemas.openxmlformats.org/package/2006/relationships"><Relationship Id="rId3" Type="http://schemas.openxmlformats.org/officeDocument/2006/relationships/image" Target="../media/image31.png"/><Relationship Id="rId2" Type="http://schemas.openxmlformats.org/officeDocument/2006/relationships/image" Target="../media/image30.png"/><Relationship Id="rId1" Type="http://schemas.openxmlformats.org/officeDocument/2006/relationships/slideLayout" Target="../slideLayouts/slideLayout7.xml"/></Relationships>
</file>

<file path=ppt/slides/_rels/slide18.xml.rels><?xml version="1.0" encoding="UTF-8" standalone="yes"?>
<Relationships xmlns="http://schemas.openxmlformats.org/package/2006/relationships"><Relationship Id="rId3" Type="http://schemas.openxmlformats.org/officeDocument/2006/relationships/image" Target="../media/image33.png"/><Relationship Id="rId2" Type="http://schemas.openxmlformats.org/officeDocument/2006/relationships/image" Target="../media/image32.png"/><Relationship Id="rId1" Type="http://schemas.openxmlformats.org/officeDocument/2006/relationships/slideLayout" Target="../slideLayouts/slideLayout7.xml"/></Relationships>
</file>

<file path=ppt/slides/_rels/slide19.xml.rels><?xml version="1.0" encoding="UTF-8" standalone="yes"?>
<Relationships xmlns="http://schemas.openxmlformats.org/package/2006/relationships"><Relationship Id="rId3" Type="http://schemas.openxmlformats.org/officeDocument/2006/relationships/image" Target="../media/image35.png"/><Relationship Id="rId2" Type="http://schemas.openxmlformats.org/officeDocument/2006/relationships/image" Target="../media/image34.png"/><Relationship Id="rId1" Type="http://schemas.openxmlformats.org/officeDocument/2006/relationships/slideLayout" Target="../slideLayouts/slideLayout7.xml"/></Relationships>
</file>

<file path=ppt/slides/_rels/slide20.xml.rels><?xml version="1.0" encoding="UTF-8" standalone="yes"?>
<Relationships xmlns="http://schemas.openxmlformats.org/package/2006/relationships"><Relationship Id="rId1" Type="http://schemas.openxmlformats.org/officeDocument/2006/relationships/slideLayout" Target="../slideLayouts/slideLayout3.xml"/></Relationships>
</file>

<file path=ppt/slides/_rels/slide21.xml.rels><?xml version="1.0" encoding="UTF-8" standalone="yes"?>
<Relationships xmlns="http://schemas.openxmlformats.org/package/2006/relationships"><Relationship Id="rId2" Type="http://schemas.openxmlformats.org/officeDocument/2006/relationships/image" Target="../media/image36.png"/><Relationship Id="rId1" Type="http://schemas.openxmlformats.org/officeDocument/2006/relationships/slideLayout" Target="../slideLayouts/slideLayout7.xml"/></Relationships>
</file>

<file path=ppt/slides/_rels/slide22.xml.rels><?xml version="1.0" encoding="UTF-8" standalone="yes"?>
<Relationships xmlns="http://schemas.openxmlformats.org/package/2006/relationships"><Relationship Id="rId3" Type="http://schemas.openxmlformats.org/officeDocument/2006/relationships/image" Target="../media/image38.png"/><Relationship Id="rId2" Type="http://schemas.openxmlformats.org/officeDocument/2006/relationships/image" Target="../media/image37.png"/><Relationship Id="rId1" Type="http://schemas.openxmlformats.org/officeDocument/2006/relationships/slideLayout" Target="../slideLayouts/slideLayout7.xml"/></Relationships>
</file>

<file path=ppt/slides/_rels/slide23.xml.rels><?xml version="1.0" encoding="UTF-8" standalone="yes"?>
<Relationships xmlns="http://schemas.openxmlformats.org/package/2006/relationships"><Relationship Id="rId2" Type="http://schemas.openxmlformats.org/officeDocument/2006/relationships/image" Target="../media/image39.png"/><Relationship Id="rId1" Type="http://schemas.openxmlformats.org/officeDocument/2006/relationships/slideLayout" Target="../slideLayouts/slideLayout7.xml"/></Relationships>
</file>

<file path=ppt/slides/_rels/slide24.xml.rels><?xml version="1.0" encoding="UTF-8" standalone="yes"?>
<Relationships xmlns="http://schemas.openxmlformats.org/package/2006/relationships"><Relationship Id="rId2" Type="http://schemas.openxmlformats.org/officeDocument/2006/relationships/image" Target="../media/image40.png"/><Relationship Id="rId1" Type="http://schemas.openxmlformats.org/officeDocument/2006/relationships/slideLayout" Target="../slideLayouts/slideLayout7.xml"/></Relationships>
</file>

<file path=ppt/slides/_rels/slide25.xml.rels><?xml version="1.0" encoding="UTF-8" standalone="yes"?>
<Relationships xmlns="http://schemas.openxmlformats.org/package/2006/relationships"><Relationship Id="rId2" Type="http://schemas.openxmlformats.org/officeDocument/2006/relationships/image" Target="../media/image41.png"/><Relationship Id="rId1" Type="http://schemas.openxmlformats.org/officeDocument/2006/relationships/slideLayout" Target="../slideLayouts/slideLayout7.xml"/></Relationships>
</file>

<file path=ppt/slides/_rels/slide26.xml.rels><?xml version="1.0" encoding="UTF-8" standalone="yes"?>
<Relationships xmlns="http://schemas.openxmlformats.org/package/2006/relationships"><Relationship Id="rId2" Type="http://schemas.openxmlformats.org/officeDocument/2006/relationships/image" Target="../media/image42.png"/><Relationship Id="rId1" Type="http://schemas.openxmlformats.org/officeDocument/2006/relationships/slideLayout" Target="../slideLayouts/slideLayout7.xml"/></Relationships>
</file>

<file path=ppt/slides/_rels/slide27.xml.rels><?xml version="1.0" encoding="UTF-8" standalone="yes"?>
<Relationships xmlns="http://schemas.openxmlformats.org/package/2006/relationships"><Relationship Id="rId2" Type="http://schemas.openxmlformats.org/officeDocument/2006/relationships/image" Target="../media/image43.png"/><Relationship Id="rId1" Type="http://schemas.openxmlformats.org/officeDocument/2006/relationships/slideLayout" Target="../slideLayouts/slideLayout7.xml"/></Relationships>
</file>

<file path=ppt/slides/_rels/slide28.xml.rels><?xml version="1.0" encoding="UTF-8" standalone="yes"?>
<Relationships xmlns="http://schemas.openxmlformats.org/package/2006/relationships"><Relationship Id="rId2" Type="http://schemas.openxmlformats.org/officeDocument/2006/relationships/image" Target="../media/image44.png"/><Relationship Id="rId1" Type="http://schemas.openxmlformats.org/officeDocument/2006/relationships/slideLayout" Target="../slideLayouts/slideLayout7.xml"/></Relationships>
</file>

<file path=ppt/slides/_rels/slide29.xml.rels><?xml version="1.0" encoding="UTF-8" standalone="yes"?>
<Relationships xmlns="http://schemas.openxmlformats.org/package/2006/relationships"><Relationship Id="rId2" Type="http://schemas.openxmlformats.org/officeDocument/2006/relationships/image" Target="../media/image45.png"/><Relationship Id="rId1" Type="http://schemas.openxmlformats.org/officeDocument/2006/relationships/slideLayout" Target="../slideLayouts/slideLayout7.xml"/></Relationships>
</file>

<file path=ppt/slides/_rels/slide30.xml.rels><?xml version="1.0" encoding="UTF-8" standalone="yes"?>
<Relationships xmlns="http://schemas.openxmlformats.org/package/2006/relationships"><Relationship Id="rId2" Type="http://schemas.openxmlformats.org/officeDocument/2006/relationships/image" Target="../media/image46.png"/><Relationship Id="rId1" Type="http://schemas.openxmlformats.org/officeDocument/2006/relationships/slideLayout" Target="../slideLayouts/slideLayout7.xml"/></Relationships>
</file>

<file path=ppt/slides/_rels/slide31.xml.rels><?xml version="1.0" encoding="UTF-8" standalone="yes"?>
<Relationships xmlns="http://schemas.openxmlformats.org/package/2006/relationships"><Relationship Id="rId2" Type="http://schemas.openxmlformats.org/officeDocument/2006/relationships/image" Target="../media/image47.png"/><Relationship Id="rId1" Type="http://schemas.openxmlformats.org/officeDocument/2006/relationships/slideLayout" Target="../slideLayouts/slideLayout7.xml"/></Relationships>
</file>

<file path=ppt/slides/_rels/slide32.xml.rels><?xml version="1.0" encoding="UTF-8" standalone="yes"?>
<Relationships xmlns="http://schemas.openxmlformats.org/package/2006/relationships"><Relationship Id="rId2" Type="http://schemas.openxmlformats.org/officeDocument/2006/relationships/image" Target="../media/image48.png"/><Relationship Id="rId1" Type="http://schemas.openxmlformats.org/officeDocument/2006/relationships/slideLayout" Target="../slideLayouts/slideLayout7.xml"/></Relationships>
</file>

<file path=ppt/slides/_rels/slide33.xml.rels><?xml version="1.0" encoding="UTF-8" standalone="yes"?>
<Relationships xmlns="http://schemas.openxmlformats.org/package/2006/relationships"><Relationship Id="rId1" Type="http://schemas.openxmlformats.org/officeDocument/2006/relationships/slideLayout" Target="../slideLayouts/slideLayout3.xml"/></Relationships>
</file>

<file path=ppt/slides/_rels/slide34.xml.rels><?xml version="1.0" encoding="UTF-8" standalone="yes"?>
<Relationships xmlns="http://schemas.openxmlformats.org/package/2006/relationships"><Relationship Id="rId2" Type="http://schemas.openxmlformats.org/officeDocument/2006/relationships/image" Target="../media/image49.png"/><Relationship Id="rId1" Type="http://schemas.openxmlformats.org/officeDocument/2006/relationships/slideLayout" Target="../slideLayouts/slideLayout7.xml"/></Relationships>
</file>

<file path=ppt/slides/_rels/slide35.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36.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37.xml.rels><?xml version="1.0" encoding="UTF-8" standalone="yes"?>
<Relationships xmlns="http://schemas.openxmlformats.org/package/2006/relationships"><Relationship Id="rId3" Type="http://schemas.openxmlformats.org/officeDocument/2006/relationships/image" Target="../media/image51.png"/><Relationship Id="rId2" Type="http://schemas.openxmlformats.org/officeDocument/2006/relationships/image" Target="../media/image50.png"/><Relationship Id="rId1" Type="http://schemas.openxmlformats.org/officeDocument/2006/relationships/slideLayout" Target="../slideLayouts/slideLayout7.xml"/></Relationships>
</file>

<file path=ppt/slides/_rels/slide38.xml.rels><?xml version="1.0" encoding="UTF-8" standalone="yes"?>
<Relationships xmlns="http://schemas.openxmlformats.org/package/2006/relationships"><Relationship Id="rId2" Type="http://schemas.openxmlformats.org/officeDocument/2006/relationships/image" Target="../media/image52.png"/><Relationship Id="rId1" Type="http://schemas.openxmlformats.org/officeDocument/2006/relationships/slideLayout" Target="../slideLayouts/slideLayout7.xml"/></Relationships>
</file>

<file path=ppt/slides/_rels/slide39.xml.rels><?xml version="1.0" encoding="UTF-8" standalone="yes"?>
<Relationships xmlns="http://schemas.openxmlformats.org/package/2006/relationships"><Relationship Id="rId3" Type="http://schemas.openxmlformats.org/officeDocument/2006/relationships/image" Target="../media/image54.png"/><Relationship Id="rId2" Type="http://schemas.openxmlformats.org/officeDocument/2006/relationships/image" Target="../media/image53.png"/><Relationship Id="rId1" Type="http://schemas.openxmlformats.org/officeDocument/2006/relationships/slideLayout" Target="../slideLayouts/slideLayout7.xml"/></Relationships>
</file>

<file path=ppt/slides/_rels/slide40.xml.rels><?xml version="1.0" encoding="UTF-8" standalone="yes"?>
<Relationships xmlns="http://schemas.openxmlformats.org/package/2006/relationships"><Relationship Id="rId2" Type="http://schemas.openxmlformats.org/officeDocument/2006/relationships/image" Target="../media/image55.png"/><Relationship Id="rId1" Type="http://schemas.openxmlformats.org/officeDocument/2006/relationships/slideLayout" Target="../slideLayouts/slideLayout7.xml"/></Relationships>
</file>

<file path=ppt/slides/_rels/slide41.xml.rels><?xml version="1.0" encoding="UTF-8" standalone="yes"?>
<Relationships xmlns="http://schemas.openxmlformats.org/package/2006/relationships"><Relationship Id="rId2" Type="http://schemas.openxmlformats.org/officeDocument/2006/relationships/image" Target="../media/image56.png"/><Relationship Id="rId1" Type="http://schemas.openxmlformats.org/officeDocument/2006/relationships/slideLayout" Target="../slideLayouts/slideLayout7.xml"/></Relationships>
</file>

<file path=ppt/slides/_rels/slide42.xml.rels><?xml version="1.0" encoding="UTF-8" standalone="yes"?>
<Relationships xmlns="http://schemas.openxmlformats.org/package/2006/relationships"><Relationship Id="rId2" Type="http://schemas.openxmlformats.org/officeDocument/2006/relationships/image" Target="../media/image57.png"/><Relationship Id="rId1" Type="http://schemas.openxmlformats.org/officeDocument/2006/relationships/slideLayout" Target="../slideLayouts/slideLayout7.xml"/></Relationships>
</file>

<file path=ppt/slides/_rels/slide43.xml.rels><?xml version="1.0" encoding="UTF-8" standalone="yes"?>
<Relationships xmlns="http://schemas.openxmlformats.org/package/2006/relationships"><Relationship Id="rId3" Type="http://schemas.openxmlformats.org/officeDocument/2006/relationships/image" Target="../media/image59.png"/><Relationship Id="rId2" Type="http://schemas.openxmlformats.org/officeDocument/2006/relationships/image" Target="../media/image58.png"/><Relationship Id="rId1" Type="http://schemas.openxmlformats.org/officeDocument/2006/relationships/slideLayout" Target="../slideLayouts/slideLayout7.xml"/></Relationships>
</file>

<file path=ppt/slides/_rels/slide44.xml.rels><?xml version="1.0" encoding="UTF-8" standalone="yes"?>
<Relationships xmlns="http://schemas.openxmlformats.org/package/2006/relationships"><Relationship Id="rId2" Type="http://schemas.openxmlformats.org/officeDocument/2006/relationships/image" Target="../media/image60.png"/><Relationship Id="rId1" Type="http://schemas.openxmlformats.org/officeDocument/2006/relationships/slideLayout" Target="../slideLayouts/slideLayout7.xml"/></Relationships>
</file>

<file path=ppt/slides/_rels/slide45.xml.rels><?xml version="1.0" encoding="UTF-8" standalone="yes"?>
<Relationships xmlns="http://schemas.openxmlformats.org/package/2006/relationships"><Relationship Id="rId3" Type="http://schemas.openxmlformats.org/officeDocument/2006/relationships/image" Target="../media/image62.png"/><Relationship Id="rId2" Type="http://schemas.openxmlformats.org/officeDocument/2006/relationships/image" Target="../media/image61.png"/><Relationship Id="rId1" Type="http://schemas.openxmlformats.org/officeDocument/2006/relationships/slideLayout" Target="../slideLayouts/slideLayout7.xml"/></Relationships>
</file>

<file path=ppt/slides/_rels/slide46.xml.rels><?xml version="1.0" encoding="UTF-8" standalone="yes"?>
<Relationships xmlns="http://schemas.openxmlformats.org/package/2006/relationships"><Relationship Id="rId2" Type="http://schemas.openxmlformats.org/officeDocument/2006/relationships/image" Target="../media/image63.png"/><Relationship Id="rId1" Type="http://schemas.openxmlformats.org/officeDocument/2006/relationships/slideLayout" Target="../slideLayouts/slideLayout7.xml"/></Relationships>
</file>

<file path=ppt/slides/_rels/slide47.xml.rels><?xml version="1.0" encoding="UTF-8" standalone="yes"?>
<Relationships xmlns="http://schemas.openxmlformats.org/package/2006/relationships"><Relationship Id="rId3" Type="http://schemas.openxmlformats.org/officeDocument/2006/relationships/image" Target="../media/image65.png"/><Relationship Id="rId2" Type="http://schemas.openxmlformats.org/officeDocument/2006/relationships/image" Target="../media/image64.png"/><Relationship Id="rId1" Type="http://schemas.openxmlformats.org/officeDocument/2006/relationships/slideLayout" Target="../slideLayouts/slideLayout7.xml"/></Relationships>
</file>

<file path=ppt/slides/_rels/slide48.xml.rels><?xml version="1.0" encoding="UTF-8" standalone="yes"?>
<Relationships xmlns="http://schemas.openxmlformats.org/package/2006/relationships"><Relationship Id="rId3" Type="http://schemas.openxmlformats.org/officeDocument/2006/relationships/image" Target="../media/image67.png"/><Relationship Id="rId2" Type="http://schemas.openxmlformats.org/officeDocument/2006/relationships/image" Target="../media/image66.png"/><Relationship Id="rId1" Type="http://schemas.openxmlformats.org/officeDocument/2006/relationships/slideLayout" Target="../slideLayouts/slideLayout7.xml"/></Relationships>
</file>

<file path=ppt/slides/_rels/slide49.xml.rels><?xml version="1.0" encoding="UTF-8" standalone="yes"?>
<Relationships xmlns="http://schemas.openxmlformats.org/package/2006/relationships"><Relationship Id="rId3" Type="http://schemas.openxmlformats.org/officeDocument/2006/relationships/image" Target="../media/image69.png"/><Relationship Id="rId2" Type="http://schemas.openxmlformats.org/officeDocument/2006/relationships/image" Target="../media/image68.png"/><Relationship Id="rId1" Type="http://schemas.openxmlformats.org/officeDocument/2006/relationships/slideLayout" Target="../slideLayouts/slideLayout7.xml"/></Relationships>
</file>

<file path=ppt/slides/_rels/slide50.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51.xml.rels><?xml version="1.0" encoding="UTF-8" standalone="yes"?>
<Relationships xmlns="http://schemas.openxmlformats.org/package/2006/relationships"><Relationship Id="rId3" Type="http://schemas.openxmlformats.org/officeDocument/2006/relationships/image" Target="../media/image71.png"/><Relationship Id="rId2" Type="http://schemas.openxmlformats.org/officeDocument/2006/relationships/image" Target="../media/image70.png"/><Relationship Id="rId1" Type="http://schemas.openxmlformats.org/officeDocument/2006/relationships/slideLayout" Target="../slideLayouts/slideLayout7.xml"/></Relationships>
</file>

<file path=ppt/slides/_rels/slide52.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53.xml.rels><?xml version="1.0" encoding="UTF-8" standalone="yes"?>
<Relationships xmlns="http://schemas.openxmlformats.org/package/2006/relationships"><Relationship Id="rId3" Type="http://schemas.openxmlformats.org/officeDocument/2006/relationships/image" Target="../media/image73.png"/><Relationship Id="rId2" Type="http://schemas.openxmlformats.org/officeDocument/2006/relationships/image" Target="../media/image72.png"/><Relationship Id="rId1" Type="http://schemas.openxmlformats.org/officeDocument/2006/relationships/slideLayout" Target="../slideLayouts/slideLayout7.xml"/></Relationships>
</file>

<file path=ppt/slides/_rels/slide54.xml.rels><?xml version="1.0" encoding="UTF-8" standalone="yes"?>
<Relationships xmlns="http://schemas.openxmlformats.org/package/2006/relationships"><Relationship Id="rId2" Type="http://schemas.openxmlformats.org/officeDocument/2006/relationships/image" Target="../media/image74.png"/><Relationship Id="rId1" Type="http://schemas.openxmlformats.org/officeDocument/2006/relationships/slideLayout" Target="../slideLayouts/slideLayout7.xml"/></Relationships>
</file>

<file path=ppt/slides/_rels/slide55.xml.rels><?xml version="1.0" encoding="UTF-8" standalone="yes"?>
<Relationships xmlns="http://schemas.openxmlformats.org/package/2006/relationships"><Relationship Id="rId2" Type="http://schemas.openxmlformats.org/officeDocument/2006/relationships/image" Target="../media/image75.png"/><Relationship Id="rId1" Type="http://schemas.openxmlformats.org/officeDocument/2006/relationships/slideLayout" Target="../slideLayouts/slideLayout7.xml"/></Relationships>
</file>

<file path=ppt/slides/_rels/slide56.xml.rels><?xml version="1.0" encoding="UTF-8" standalone="yes"?>
<Relationships xmlns="http://schemas.openxmlformats.org/package/2006/relationships"><Relationship Id="rId2" Type="http://schemas.openxmlformats.org/officeDocument/2006/relationships/image" Target="../media/image76.png"/><Relationship Id="rId1" Type="http://schemas.openxmlformats.org/officeDocument/2006/relationships/slideLayout" Target="../slideLayouts/slideLayout7.xml"/></Relationships>
</file>

<file path=ppt/slides/_rels/slide57.xml.rels><?xml version="1.0" encoding="UTF-8" standalone="yes"?>
<Relationships xmlns="http://schemas.openxmlformats.org/package/2006/relationships"><Relationship Id="rId3" Type="http://schemas.openxmlformats.org/officeDocument/2006/relationships/image" Target="../media/image78.png"/><Relationship Id="rId2" Type="http://schemas.openxmlformats.org/officeDocument/2006/relationships/image" Target="../media/image77.png"/><Relationship Id="rId1" Type="http://schemas.openxmlformats.org/officeDocument/2006/relationships/slideLayout" Target="../slideLayouts/slideLayout7.xml"/></Relationships>
</file>

<file path=ppt/slides/_rels/slide58.xml.rels><?xml version="1.0" encoding="UTF-8" standalone="yes"?>
<Relationships xmlns="http://schemas.openxmlformats.org/package/2006/relationships"><Relationship Id="rId3" Type="http://schemas.openxmlformats.org/officeDocument/2006/relationships/image" Target="../media/image80.png"/><Relationship Id="rId2" Type="http://schemas.openxmlformats.org/officeDocument/2006/relationships/image" Target="../media/image79.png"/><Relationship Id="rId1" Type="http://schemas.openxmlformats.org/officeDocument/2006/relationships/slideLayout" Target="../slideLayouts/slideLayout7.xml"/></Relationships>
</file>

<file path=ppt/slides/_rels/slide59.xml.rels><?xml version="1.0" encoding="UTF-8" standalone="yes"?>
<Relationships xmlns="http://schemas.openxmlformats.org/package/2006/relationships"><Relationship Id="rId2" Type="http://schemas.openxmlformats.org/officeDocument/2006/relationships/image" Target="../media/image81.png"/><Relationship Id="rId1" Type="http://schemas.openxmlformats.org/officeDocument/2006/relationships/slideLayout" Target="../slideLayouts/slideLayout7.xml"/></Relationships>
</file>

<file path=ppt/slides/_rels/slide60.xml.rels><?xml version="1.0" encoding="UTF-8" standalone="yes"?>
<Relationships xmlns="http://schemas.openxmlformats.org/package/2006/relationships"><Relationship Id="rId2" Type="http://schemas.openxmlformats.org/officeDocument/2006/relationships/image" Target="../media/image82.png"/><Relationship Id="rId1" Type="http://schemas.openxmlformats.org/officeDocument/2006/relationships/slideLayout" Target="../slideLayouts/slideLayout7.xml"/></Relationships>
</file>

<file path=ppt/slides/_rels/slide61.xml.rels><?xml version="1.0" encoding="UTF-8" standalone="yes"?>
<Relationships xmlns="http://schemas.openxmlformats.org/package/2006/relationships"><Relationship Id="rId3" Type="http://schemas.openxmlformats.org/officeDocument/2006/relationships/image" Target="../media/image84.png"/><Relationship Id="rId2" Type="http://schemas.openxmlformats.org/officeDocument/2006/relationships/image" Target="../media/image83.png"/><Relationship Id="rId1" Type="http://schemas.openxmlformats.org/officeDocument/2006/relationships/slideLayout" Target="../slideLayouts/slideLayout7.xml"/></Relationships>
</file>

<file path=ppt/slides/_rels/slide62.xml.rels><?xml version="1.0" encoding="UTF-8" standalone="yes"?>
<Relationships xmlns="http://schemas.openxmlformats.org/package/2006/relationships"><Relationship Id="rId2" Type="http://schemas.openxmlformats.org/officeDocument/2006/relationships/image" Target="../media/image85.png"/><Relationship Id="rId1" Type="http://schemas.openxmlformats.org/officeDocument/2006/relationships/slideLayout" Target="../slideLayouts/slideLayout7.xml"/></Relationships>
</file>

<file path=ppt/slides/_rels/slide63.xml.rels><?xml version="1.0" encoding="UTF-8" standalone="yes"?>
<Relationships xmlns="http://schemas.openxmlformats.org/package/2006/relationships"><Relationship Id="rId2" Type="http://schemas.openxmlformats.org/officeDocument/2006/relationships/image" Target="../media/image86.png"/><Relationship Id="rId1" Type="http://schemas.openxmlformats.org/officeDocument/2006/relationships/slideLayout" Target="../slideLayouts/slideLayout7.xml"/></Relationships>
</file>

<file path=ppt/slides/_rels/slide64.xml.rels><?xml version="1.0" encoding="UTF-8" standalone="yes"?>
<Relationships xmlns="http://schemas.openxmlformats.org/package/2006/relationships"><Relationship Id="rId2" Type="http://schemas.openxmlformats.org/officeDocument/2006/relationships/image" Target="../media/image87.png"/><Relationship Id="rId1" Type="http://schemas.openxmlformats.org/officeDocument/2006/relationships/slideLayout" Target="../slideLayouts/slideLayout7.xml"/></Relationships>
</file>

<file path=ppt/slides/_rels/slide65.xml.rels><?xml version="1.0" encoding="UTF-8" standalone="yes"?>
<Relationships xmlns="http://schemas.openxmlformats.org/package/2006/relationships"><Relationship Id="rId2" Type="http://schemas.openxmlformats.org/officeDocument/2006/relationships/image" Target="../media/image88.png"/><Relationship Id="rId1" Type="http://schemas.openxmlformats.org/officeDocument/2006/relationships/slideLayout" Target="../slideLayouts/slideLayout7.xml"/></Relationships>
</file>

<file path=ppt/slides/_rels/slide66.xml.rels><?xml version="1.0" encoding="UTF-8" standalone="yes"?>
<Relationships xmlns="http://schemas.openxmlformats.org/package/2006/relationships"><Relationship Id="rId2" Type="http://schemas.openxmlformats.org/officeDocument/2006/relationships/image" Target="../media/image89.png"/><Relationship Id="rId1" Type="http://schemas.openxmlformats.org/officeDocument/2006/relationships/slideLayout" Target="../slideLayouts/slideLayout7.xml"/></Relationships>
</file>

<file path=ppt/slides/_rels/slide67.xml.rels><?xml version="1.0" encoding="UTF-8" standalone="yes"?>
<Relationships xmlns="http://schemas.openxmlformats.org/package/2006/relationships"><Relationship Id="rId2" Type="http://schemas.openxmlformats.org/officeDocument/2006/relationships/image" Target="../media/image90.png"/><Relationship Id="rId1" Type="http://schemas.openxmlformats.org/officeDocument/2006/relationships/slideLayout" Target="../slideLayouts/slideLayout7.xml"/></Relationships>
</file>

<file path=ppt/slides/_rels/slide68.xml.rels><?xml version="1.0" encoding="UTF-8" standalone="yes"?>
<Relationships xmlns="http://schemas.openxmlformats.org/package/2006/relationships"><Relationship Id="rId2" Type="http://schemas.openxmlformats.org/officeDocument/2006/relationships/image" Target="../media/image91.png"/><Relationship Id="rId1" Type="http://schemas.openxmlformats.org/officeDocument/2006/relationships/slideLayout" Target="../slideLayouts/slideLayout7.xml"/></Relationships>
</file>

<file path=ppt/slides/_rels/slide69.xml.rels><?xml version="1.0" encoding="UTF-8" standalone="yes"?>
<Relationships xmlns="http://schemas.openxmlformats.org/package/2006/relationships"><Relationship Id="rId2" Type="http://schemas.openxmlformats.org/officeDocument/2006/relationships/image" Target="../media/image92.png"/><Relationship Id="rId1" Type="http://schemas.openxmlformats.org/officeDocument/2006/relationships/slideLayout" Target="../slideLayouts/slideLayout7.xml"/></Relationships>
</file>

<file path=ppt/slides/_rels/slide70.xml.rels><?xml version="1.0" encoding="UTF-8" standalone="yes"?>
<Relationships xmlns="http://schemas.openxmlformats.org/package/2006/relationships"><Relationship Id="rId2" Type="http://schemas.openxmlformats.org/officeDocument/2006/relationships/image" Target="../media/image93.png"/><Relationship Id="rId1" Type="http://schemas.openxmlformats.org/officeDocument/2006/relationships/slideLayout" Target="../slideLayouts/slideLayout7.xml"/></Relationships>
</file>

<file path=ppt/slides/_rels/slide71.xml.rels><?xml version="1.0" encoding="UTF-8" standalone="yes"?>
<Relationships xmlns="http://schemas.openxmlformats.org/package/2006/relationships"><Relationship Id="rId2" Type="http://schemas.openxmlformats.org/officeDocument/2006/relationships/image" Target="../media/image94.png"/><Relationship Id="rId1" Type="http://schemas.openxmlformats.org/officeDocument/2006/relationships/slideLayout" Target="../slideLayouts/slideLayout7.xml"/></Relationships>
</file>

<file path=ppt/slides/_rels/slide72.xml.rels><?xml version="1.0" encoding="UTF-8" standalone="yes"?>
<Relationships xmlns="http://schemas.openxmlformats.org/package/2006/relationships"><Relationship Id="rId2" Type="http://schemas.openxmlformats.org/officeDocument/2006/relationships/image" Target="../media/image95.png"/><Relationship Id="rId1" Type="http://schemas.openxmlformats.org/officeDocument/2006/relationships/slideLayout" Target="../slideLayouts/slideLayout7.xml"/></Relationships>
</file>

<file path=ppt/slides/_rels/slide73.xml.rels><?xml version="1.0" encoding="UTF-8" standalone="yes"?>
<Relationships xmlns="http://schemas.openxmlformats.org/package/2006/relationships"><Relationship Id="rId3" Type="http://schemas.openxmlformats.org/officeDocument/2006/relationships/image" Target="../media/image97.png"/><Relationship Id="rId2" Type="http://schemas.openxmlformats.org/officeDocument/2006/relationships/image" Target="../media/image96.png"/><Relationship Id="rId1" Type="http://schemas.openxmlformats.org/officeDocument/2006/relationships/slideLayout" Target="../slideLayouts/slideLayout7.xml"/></Relationships>
</file>

<file path=ppt/slides/_rels/slide74.xml.rels><?xml version="1.0" encoding="UTF-8" standalone="yes"?>
<Relationships xmlns="http://schemas.openxmlformats.org/package/2006/relationships"><Relationship Id="rId2" Type="http://schemas.openxmlformats.org/officeDocument/2006/relationships/image" Target="../media/image98.png"/><Relationship Id="rId1" Type="http://schemas.openxmlformats.org/officeDocument/2006/relationships/slideLayout" Target="../slideLayouts/slideLayout7.xml"/></Relationships>
</file>

<file path=ppt/slides/_rels/slide75.xml.rels><?xml version="1.0" encoding="UTF-8" standalone="yes"?>
<Relationships xmlns="http://schemas.openxmlformats.org/package/2006/relationships"><Relationship Id="rId2" Type="http://schemas.openxmlformats.org/officeDocument/2006/relationships/image" Target="../media/image99.png"/><Relationship Id="rId1" Type="http://schemas.openxmlformats.org/officeDocument/2006/relationships/slideLayout" Target="../slideLayouts/slideLayout7.xml"/></Relationships>
</file>

<file path=ppt/slides/_rels/slide76.xml.rels><?xml version="1.0" encoding="UTF-8" standalone="yes"?>
<Relationships xmlns="http://schemas.openxmlformats.org/package/2006/relationships"><Relationship Id="rId2" Type="http://schemas.openxmlformats.org/officeDocument/2006/relationships/image" Target="../media/image100.png"/><Relationship Id="rId1" Type="http://schemas.openxmlformats.org/officeDocument/2006/relationships/slideLayout" Target="../slideLayouts/slideLayout7.xml"/></Relationships>
</file>

<file path=ppt/slides/_rels/slide77.xml.rels><?xml version="1.0" encoding="UTF-8" standalone="yes"?>
<Relationships xmlns="http://schemas.openxmlformats.org/package/2006/relationships"><Relationship Id="rId2" Type="http://schemas.openxmlformats.org/officeDocument/2006/relationships/image" Target="../media/image101.png"/><Relationship Id="rId1" Type="http://schemas.openxmlformats.org/officeDocument/2006/relationships/slideLayout" Target="../slideLayouts/slideLayout7.xml"/></Relationships>
</file>

<file path=ppt/slides/_rels/slide78.xml.rels><?xml version="1.0" encoding="UTF-8" standalone="yes"?>
<Relationships xmlns="http://schemas.openxmlformats.org/package/2006/relationships"><Relationship Id="rId2" Type="http://schemas.openxmlformats.org/officeDocument/2006/relationships/image" Target="../media/image102.png"/><Relationship Id="rId1" Type="http://schemas.openxmlformats.org/officeDocument/2006/relationships/slideLayout" Target="../slideLayouts/slideLayout7.xml"/></Relationships>
</file>

<file path=ppt/slides/_rels/slide79.xml.rels><?xml version="1.0" encoding="UTF-8" standalone="yes"?>
<Relationships xmlns="http://schemas.openxmlformats.org/package/2006/relationships"><Relationship Id="rId2" Type="http://schemas.openxmlformats.org/officeDocument/2006/relationships/image" Target="../media/image103.png"/><Relationship Id="rId1" Type="http://schemas.openxmlformats.org/officeDocument/2006/relationships/slideLayout" Target="../slideLayouts/slideLayout7.xml"/></Relationships>
</file>

<file path=ppt/slides/_rels/slide80.xml.rels><?xml version="1.0" encoding="UTF-8" standalone="yes"?>
<Relationships xmlns="http://schemas.openxmlformats.org/package/2006/relationships"><Relationship Id="rId2" Type="http://schemas.openxmlformats.org/officeDocument/2006/relationships/image" Target="../media/image104.png"/><Relationship Id="rId1" Type="http://schemas.openxmlformats.org/officeDocument/2006/relationships/slideLayout" Target="../slideLayouts/slideLayout7.xml"/></Relationships>
</file>

<file path=ppt/slides/_rels/slide81.xml.rels><?xml version="1.0" encoding="UTF-8" standalone="yes"?>
<Relationships xmlns="http://schemas.openxmlformats.org/package/2006/relationships"><Relationship Id="rId3" Type="http://schemas.openxmlformats.org/officeDocument/2006/relationships/image" Target="../media/image106.png"/><Relationship Id="rId2" Type="http://schemas.openxmlformats.org/officeDocument/2006/relationships/image" Target="../media/image105.png"/><Relationship Id="rId1" Type="http://schemas.openxmlformats.org/officeDocument/2006/relationships/slideLayout" Target="../slideLayouts/slideLayout7.xml"/></Relationships>
</file>

<file path=ppt/slides/_rels/slide82.xml.rels><?xml version="1.0" encoding="UTF-8" standalone="yes"?>
<Relationships xmlns="http://schemas.openxmlformats.org/package/2006/relationships"><Relationship Id="rId3" Type="http://schemas.openxmlformats.org/officeDocument/2006/relationships/image" Target="../media/image108.png"/><Relationship Id="rId2" Type="http://schemas.openxmlformats.org/officeDocument/2006/relationships/image" Target="../media/image107.png"/><Relationship Id="rId1" Type="http://schemas.openxmlformats.org/officeDocument/2006/relationships/slideLayout" Target="../slideLayouts/slideLayout7.xml"/><Relationship Id="rId4" Type="http://schemas.openxmlformats.org/officeDocument/2006/relationships/image" Target="../media/image109.png"/></Relationships>
</file>

<file path=ppt/slides/_rels/slide83.xml.rels><?xml version="1.0" encoding="UTF-8" standalone="yes"?>
<Relationships xmlns="http://schemas.openxmlformats.org/package/2006/relationships"><Relationship Id="rId2" Type="http://schemas.openxmlformats.org/officeDocument/2006/relationships/image" Target="../media/image110.png"/><Relationship Id="rId1" Type="http://schemas.openxmlformats.org/officeDocument/2006/relationships/slideLayout" Target="../slideLayouts/slideLayout7.xml"/></Relationships>
</file>

<file path=ppt/slides/_rels/slide84.xml.rels><?xml version="1.0" encoding="UTF-8" standalone="yes"?>
<Relationships xmlns="http://schemas.openxmlformats.org/package/2006/relationships"><Relationship Id="rId3" Type="http://schemas.openxmlformats.org/officeDocument/2006/relationships/image" Target="../media/image112.png"/><Relationship Id="rId2" Type="http://schemas.openxmlformats.org/officeDocument/2006/relationships/image" Target="../media/image111.png"/><Relationship Id="rId1" Type="http://schemas.openxmlformats.org/officeDocument/2006/relationships/slideLayout" Target="../slideLayouts/slideLayout7.xml"/></Relationships>
</file>

<file path=ppt/slides/_rels/slide85.xml.rels><?xml version="1.0" encoding="UTF-8" standalone="yes"?>
<Relationships xmlns="http://schemas.openxmlformats.org/package/2006/relationships"><Relationship Id="rId2" Type="http://schemas.openxmlformats.org/officeDocument/2006/relationships/image" Target="../media/image113.png"/><Relationship Id="rId1" Type="http://schemas.openxmlformats.org/officeDocument/2006/relationships/slideLayout" Target="../slideLayouts/slideLayout7.xml"/></Relationships>
</file>

<file path=ppt/slides/_rels/slide86.xml.rels><?xml version="1.0" encoding="UTF-8" standalone="yes"?>
<Relationships xmlns="http://schemas.openxmlformats.org/package/2006/relationships"><Relationship Id="rId2" Type="http://schemas.openxmlformats.org/officeDocument/2006/relationships/image" Target="../media/image114.png"/><Relationship Id="rId1" Type="http://schemas.openxmlformats.org/officeDocument/2006/relationships/slideLayout" Target="../slideLayouts/slideLayout7.xml"/></Relationships>
</file>

<file path=ppt/slides/_rels/slide87.xml.rels><?xml version="1.0" encoding="UTF-8" standalone="yes"?>
<Relationships xmlns="http://schemas.openxmlformats.org/package/2006/relationships"><Relationship Id="rId2" Type="http://schemas.openxmlformats.org/officeDocument/2006/relationships/image" Target="../media/image115.png"/><Relationship Id="rId1" Type="http://schemas.openxmlformats.org/officeDocument/2006/relationships/slideLayout" Target="../slideLayouts/slideLayout7.xml"/></Relationships>
</file>

<file path=ppt/slides/_rels/slide88.xml.rels><?xml version="1.0" encoding="UTF-8" standalone="yes"?>
<Relationships xmlns="http://schemas.openxmlformats.org/package/2006/relationships"><Relationship Id="rId3" Type="http://schemas.openxmlformats.org/officeDocument/2006/relationships/image" Target="../media/image117.png"/><Relationship Id="rId2" Type="http://schemas.openxmlformats.org/officeDocument/2006/relationships/image" Target="../media/image116.png"/><Relationship Id="rId1" Type="http://schemas.openxmlformats.org/officeDocument/2006/relationships/slideLayout" Target="../slideLayouts/slideLayout7.xml"/></Relationships>
</file>

<file path=ppt/slides/_rels/slide89.xml.rels><?xml version="1.0" encoding="UTF-8" standalone="yes"?>
<Relationships xmlns="http://schemas.openxmlformats.org/package/2006/relationships"><Relationship Id="rId3" Type="http://schemas.openxmlformats.org/officeDocument/2006/relationships/image" Target="../media/image119.png"/><Relationship Id="rId2" Type="http://schemas.openxmlformats.org/officeDocument/2006/relationships/image" Target="../media/image118.png"/><Relationship Id="rId1" Type="http://schemas.openxmlformats.org/officeDocument/2006/relationships/slideLayout" Target="../slideLayouts/slideLayout7.xml"/></Relationships>
</file>

<file path=ppt/slides/_rels/slide90.xml.rels><?xml version="1.0" encoding="UTF-8" standalone="yes"?>
<Relationships xmlns="http://schemas.openxmlformats.org/package/2006/relationships"><Relationship Id="rId2" Type="http://schemas.openxmlformats.org/officeDocument/2006/relationships/image" Target="../media/image120.png"/><Relationship Id="rId1" Type="http://schemas.openxmlformats.org/officeDocument/2006/relationships/slideLayout" Target="../slideLayouts/slideLayout7.xml"/></Relationships>
</file>

<file path=ppt/slides/_rels/slide91.xml.rels><?xml version="1.0" encoding="UTF-8" standalone="yes"?>
<Relationships xmlns="http://schemas.openxmlformats.org/package/2006/relationships"><Relationship Id="rId2" Type="http://schemas.openxmlformats.org/officeDocument/2006/relationships/image" Target="../media/image121.png"/><Relationship Id="rId1" Type="http://schemas.openxmlformats.org/officeDocument/2006/relationships/slideLayout" Target="../slideLayouts/slideLayout7.xml"/></Relationships>
</file>

<file path=ppt/slides/_rels/slide92.xml.rels><?xml version="1.0" encoding="UTF-8" standalone="yes"?>
<Relationships xmlns="http://schemas.openxmlformats.org/package/2006/relationships"><Relationship Id="rId2" Type="http://schemas.openxmlformats.org/officeDocument/2006/relationships/image" Target="../media/image122.png"/><Relationship Id="rId1" Type="http://schemas.openxmlformats.org/officeDocument/2006/relationships/slideLayout" Target="../slideLayouts/slideLayout7.xml"/></Relationships>
</file>

<file path=ppt/slides/_rels/slide93.xml.rels><?xml version="1.0" encoding="UTF-8" standalone="yes"?>
<Relationships xmlns="http://schemas.openxmlformats.org/package/2006/relationships"><Relationship Id="rId2" Type="http://schemas.openxmlformats.org/officeDocument/2006/relationships/image" Target="../media/image123.png"/><Relationship Id="rId1" Type="http://schemas.openxmlformats.org/officeDocument/2006/relationships/slideLayout" Target="../slideLayouts/slideLayout7.xml"/></Relationships>
</file>

<file path=ppt/slides/_rels/slide94.xml.rels><?xml version="1.0" encoding="UTF-8" standalone="yes"?>
<Relationships xmlns="http://schemas.openxmlformats.org/package/2006/relationships"><Relationship Id="rId2" Type="http://schemas.openxmlformats.org/officeDocument/2006/relationships/image" Target="../media/image124.png"/><Relationship Id="rId1" Type="http://schemas.openxmlformats.org/officeDocument/2006/relationships/slideLayout" Target="../slideLayouts/slideLayout7.xml"/></Relationships>
</file>

<file path=ppt/slides/_rels/slide95.xml.rels><?xml version="1.0" encoding="UTF-8" standalone="yes"?>
<Relationships xmlns="http://schemas.openxmlformats.org/package/2006/relationships"><Relationship Id="rId2" Type="http://schemas.openxmlformats.org/officeDocument/2006/relationships/image" Target="../media/image125.png"/><Relationship Id="rId1" Type="http://schemas.openxmlformats.org/officeDocument/2006/relationships/slideLayout" Target="../slideLayouts/slideLayout7.xml"/></Relationships>
</file>

<file path=ppt/slides/_rels/slide96.xml.rels><?xml version="1.0" encoding="UTF-8" standalone="yes"?>
<Relationships xmlns="http://schemas.openxmlformats.org/package/2006/relationships"><Relationship Id="rId2" Type="http://schemas.openxmlformats.org/officeDocument/2006/relationships/image" Target="../media/image126.png"/><Relationship Id="rId1" Type="http://schemas.openxmlformats.org/officeDocument/2006/relationships/slideLayout" Target="../slideLayouts/slideLayout7.xml"/></Relationships>
</file>

<file path=ppt/slides/_rels/slide97.xml.rels><?xml version="1.0" encoding="UTF-8" standalone="yes"?>
<Relationships xmlns="http://schemas.openxmlformats.org/package/2006/relationships"><Relationship Id="rId2" Type="http://schemas.openxmlformats.org/officeDocument/2006/relationships/image" Target="../media/image127.png"/><Relationship Id="rId1" Type="http://schemas.openxmlformats.org/officeDocument/2006/relationships/slideLayout" Target="../slideLayouts/slideLayout7.xml"/></Relationships>
</file>

<file path=ppt/slides/_rels/slide98.xml.rels><?xml version="1.0" encoding="UTF-8" standalone="yes"?>
<Relationships xmlns="http://schemas.openxmlformats.org/package/2006/relationships"><Relationship Id="rId3" Type="http://schemas.openxmlformats.org/officeDocument/2006/relationships/image" Target="../media/image129.png"/><Relationship Id="rId2" Type="http://schemas.openxmlformats.org/officeDocument/2006/relationships/image" Target="../media/image128.png"/><Relationship Id="rId1" Type="http://schemas.openxmlformats.org/officeDocument/2006/relationships/slideLayout" Target="../slideLayouts/slideLayout7.xml"/></Relationships>
</file>

<file path=ppt/slides/_rels/slide99.xml.rels><?xml version="1.0" encoding="UTF-8" standalone="yes"?>
<Relationships xmlns="http://schemas.openxmlformats.org/package/2006/relationships"><Relationship Id="rId2" Type="http://schemas.openxmlformats.org/officeDocument/2006/relationships/image" Target="../media/image130.png"/><Relationship Id="rId1" Type="http://schemas.openxmlformats.org/officeDocument/2006/relationships/slideLayout" Target="../slideLayouts/slideLayout7.xml"/></Relationships>
</file>

<file path=ppt/slides/_rels/slide100.xml.rels><?xml version="1.0" encoding="UTF-8" standalone="yes"?>
<Relationships xmlns="http://schemas.openxmlformats.org/package/2006/relationships"><Relationship Id="rId3" Type="http://schemas.openxmlformats.org/officeDocument/2006/relationships/image" Target="../media/image132.png"/><Relationship Id="rId2" Type="http://schemas.openxmlformats.org/officeDocument/2006/relationships/image" Target="../media/image131.png"/><Relationship Id="rId1" Type="http://schemas.openxmlformats.org/officeDocument/2006/relationships/slideLayout" Target="../slideLayouts/slideLayout7.xml"/></Relationships>
</file>

<file path=ppt/slides/_rels/slide101.xml.rels><?xml version="1.0" encoding="UTF-8" standalone="yes"?>
<Relationships xmlns="http://schemas.openxmlformats.org/package/2006/relationships"><Relationship Id="rId2" Type="http://schemas.openxmlformats.org/officeDocument/2006/relationships/image" Target="../media/image133.png"/><Relationship Id="rId1" Type="http://schemas.openxmlformats.org/officeDocument/2006/relationships/slideLayout" Target="../slideLayouts/slideLayout7.xml"/></Relationships>
</file>

<file path=ppt/slides/_rels/slide102.xml.rels><?xml version="1.0" encoding="UTF-8" standalone="yes"?>
<Relationships xmlns="http://schemas.openxmlformats.org/package/2006/relationships"><Relationship Id="rId2" Type="http://schemas.openxmlformats.org/officeDocument/2006/relationships/image" Target="../media/image134.png"/><Relationship Id="rId1" Type="http://schemas.openxmlformats.org/officeDocument/2006/relationships/slideLayout" Target="../slideLayouts/slideLayout7.xml"/></Relationships>
</file>

<file path=ppt/slides/_rels/slide103.xml.rels><?xml version="1.0" encoding="UTF-8" standalone="yes"?>
<Relationships xmlns="http://schemas.openxmlformats.org/package/2006/relationships"><Relationship Id="rId3" Type="http://schemas.openxmlformats.org/officeDocument/2006/relationships/image" Target="../media/image136.png"/><Relationship Id="rId2" Type="http://schemas.openxmlformats.org/officeDocument/2006/relationships/image" Target="../media/image135.png"/><Relationship Id="rId1" Type="http://schemas.openxmlformats.org/officeDocument/2006/relationships/slideLayout" Target="../slideLayouts/slideLayout7.xml"/></Relationships>
</file>

<file path=ppt/slides/_rels/slide104.xml.rels><?xml version="1.0" encoding="UTF-8" standalone="yes"?>
<Relationships xmlns="http://schemas.openxmlformats.org/package/2006/relationships"><Relationship Id="rId2" Type="http://schemas.openxmlformats.org/officeDocument/2006/relationships/image" Target="../media/image137.png"/><Relationship Id="rId1" Type="http://schemas.openxmlformats.org/officeDocument/2006/relationships/slideLayout" Target="../slideLayouts/slideLayout7.xml"/></Relationships>
</file>

<file path=ppt/slides/_rels/slide105.xml.rels><?xml version="1.0" encoding="UTF-8" standalone="yes"?>
<Relationships xmlns="http://schemas.openxmlformats.org/package/2006/relationships"><Relationship Id="rId3" Type="http://schemas.openxmlformats.org/officeDocument/2006/relationships/image" Target="../media/image139.png"/><Relationship Id="rId2" Type="http://schemas.openxmlformats.org/officeDocument/2006/relationships/image" Target="../media/image138.png"/><Relationship Id="rId1" Type="http://schemas.openxmlformats.org/officeDocument/2006/relationships/slideLayout" Target="../slideLayouts/slideLayout7.xml"/></Relationships>
</file>

<file path=ppt/slides/_rels/slide106.xml.rels><?xml version="1.0" encoding="UTF-8" standalone="yes"?>
<Relationships xmlns="http://schemas.openxmlformats.org/package/2006/relationships"><Relationship Id="rId3" Type="http://schemas.openxmlformats.org/officeDocument/2006/relationships/image" Target="../media/image141.png"/><Relationship Id="rId2" Type="http://schemas.openxmlformats.org/officeDocument/2006/relationships/image" Target="../media/image140.png"/><Relationship Id="rId1" Type="http://schemas.openxmlformats.org/officeDocument/2006/relationships/slideLayout" Target="../slideLayouts/slideLayout7.xml"/></Relationships>
</file>

<file path=ppt/slides/_rels/slide107.xml.rels><?xml version="1.0" encoding="UTF-8" standalone="yes"?>
<Relationships xmlns="http://schemas.openxmlformats.org/package/2006/relationships"><Relationship Id="rId3" Type="http://schemas.openxmlformats.org/officeDocument/2006/relationships/image" Target="../media/image143.png"/><Relationship Id="rId2" Type="http://schemas.openxmlformats.org/officeDocument/2006/relationships/image" Target="../media/image142.png"/><Relationship Id="rId1" Type="http://schemas.openxmlformats.org/officeDocument/2006/relationships/slideLayout" Target="../slideLayouts/slideLayout7.xml"/></Relationships>
</file>

<file path=ppt/slides/_rels/slide108.xml.rels><?xml version="1.0" encoding="UTF-8" standalone="yes"?>
<Relationships xmlns="http://schemas.openxmlformats.org/package/2006/relationships"><Relationship Id="rId3" Type="http://schemas.openxmlformats.org/officeDocument/2006/relationships/image" Target="../media/image145.png"/><Relationship Id="rId2" Type="http://schemas.openxmlformats.org/officeDocument/2006/relationships/image" Target="../media/image144.png"/><Relationship Id="rId1" Type="http://schemas.openxmlformats.org/officeDocument/2006/relationships/slideLayout" Target="../slideLayouts/slideLayout7.xml"/></Relationships>
</file>

<file path=ppt/slides/_rels/slide109.xml.rels><?xml version="1.0" encoding="UTF-8" standalone="yes"?>
<Relationships xmlns="http://schemas.openxmlformats.org/package/2006/relationships"><Relationship Id="rId2" Type="http://schemas.openxmlformats.org/officeDocument/2006/relationships/image" Target="../media/image146.png"/><Relationship Id="rId1" Type="http://schemas.openxmlformats.org/officeDocument/2006/relationships/slideLayout" Target="../slideLayouts/slideLayout7.xml"/></Relationships>
</file>

<file path=ppt/slides/_rels/slide110.xml.rels><?xml version="1.0" encoding="UTF-8" standalone="yes"?>
<Relationships xmlns="http://schemas.openxmlformats.org/package/2006/relationships"><Relationship Id="rId3" Type="http://schemas.openxmlformats.org/officeDocument/2006/relationships/image" Target="../media/image148.png"/><Relationship Id="rId2" Type="http://schemas.openxmlformats.org/officeDocument/2006/relationships/image" Target="../media/image147.png"/><Relationship Id="rId1" Type="http://schemas.openxmlformats.org/officeDocument/2006/relationships/slideLayout" Target="../slideLayouts/slideLayout7.xml"/></Relationships>
</file>

<file path=ppt/slides/_rels/slide111.xml.rels><?xml version="1.0" encoding="UTF-8" standalone="yes"?>
<Relationships xmlns="http://schemas.openxmlformats.org/package/2006/relationships"><Relationship Id="rId2" Type="http://schemas.openxmlformats.org/officeDocument/2006/relationships/image" Target="../media/image149.png"/><Relationship Id="rId1" Type="http://schemas.openxmlformats.org/officeDocument/2006/relationships/slideLayout" Target="../slideLayouts/slideLayout7.xml"/></Relationships>
</file>

<file path=ppt/slides/_rels/slide112.xml.rels><?xml version="1.0" encoding="UTF-8" standalone="yes"?>
<Relationships xmlns="http://schemas.openxmlformats.org/package/2006/relationships"><Relationship Id="rId3" Type="http://schemas.openxmlformats.org/officeDocument/2006/relationships/image" Target="../media/image151.png"/><Relationship Id="rId2" Type="http://schemas.openxmlformats.org/officeDocument/2006/relationships/image" Target="../media/image150.png"/><Relationship Id="rId1" Type="http://schemas.openxmlformats.org/officeDocument/2006/relationships/slideLayout" Target="../slideLayouts/slideLayout7.xml"/></Relationships>
</file>

<file path=ppt/slides/_rels/slide113.xml.rels><?xml version="1.0" encoding="UTF-8" standalone="yes"?>
<Relationships xmlns="http://schemas.openxmlformats.org/package/2006/relationships"><Relationship Id="rId3" Type="http://schemas.openxmlformats.org/officeDocument/2006/relationships/image" Target="../media/image153.png"/><Relationship Id="rId2" Type="http://schemas.openxmlformats.org/officeDocument/2006/relationships/image" Target="../media/image152.png"/><Relationship Id="rId1" Type="http://schemas.openxmlformats.org/officeDocument/2006/relationships/slideLayout" Target="../slideLayouts/slideLayout7.xml"/></Relationships>
</file>

<file path=ppt/slides/_rels/slide114.xml.rels><?xml version="1.0" encoding="UTF-8" standalone="yes"?>
<Relationships xmlns="http://schemas.openxmlformats.org/package/2006/relationships"><Relationship Id="rId2" Type="http://schemas.openxmlformats.org/officeDocument/2006/relationships/image" Target="../media/image154.png"/><Relationship Id="rId1" Type="http://schemas.openxmlformats.org/officeDocument/2006/relationships/slideLayout" Target="../slideLayouts/slideLayout7.xml"/></Relationships>
</file>

<file path=ppt/slides/_rels/slide115.xml.rels><?xml version="1.0" encoding="UTF-8" standalone="yes"?>
<Relationships xmlns="http://schemas.openxmlformats.org/package/2006/relationships"><Relationship Id="rId3" Type="http://schemas.openxmlformats.org/officeDocument/2006/relationships/image" Target="../media/image156.png"/><Relationship Id="rId2" Type="http://schemas.openxmlformats.org/officeDocument/2006/relationships/image" Target="../media/image155.png"/><Relationship Id="rId1" Type="http://schemas.openxmlformats.org/officeDocument/2006/relationships/slideLayout" Target="../slideLayouts/slideLayout7.xml"/></Relationships>
</file>

<file path=ppt/slides/_rels/slide116.xml.rels><?xml version="1.0" encoding="UTF-8" standalone="yes"?>
<Relationships xmlns="http://schemas.openxmlformats.org/package/2006/relationships"><Relationship Id="rId2" Type="http://schemas.openxmlformats.org/officeDocument/2006/relationships/image" Target="../media/image157.png"/><Relationship Id="rId1" Type="http://schemas.openxmlformats.org/officeDocument/2006/relationships/slideLayout" Target="../slideLayouts/slideLayout7.xml"/></Relationships>
</file>

<file path=ppt/slides/_rels/slide117.xml.rels><?xml version="1.0" encoding="UTF-8" standalone="yes"?>
<Relationships xmlns="http://schemas.openxmlformats.org/package/2006/relationships"><Relationship Id="rId3" Type="http://schemas.openxmlformats.org/officeDocument/2006/relationships/image" Target="../media/image159.png"/><Relationship Id="rId2" Type="http://schemas.openxmlformats.org/officeDocument/2006/relationships/image" Target="../media/image158.png"/><Relationship Id="rId1" Type="http://schemas.openxmlformats.org/officeDocument/2006/relationships/slideLayout" Target="../slideLayouts/slideLayout7.xml"/></Relationships>
</file>

<file path=ppt/slides/_rels/slide118.xml.rels><?xml version="1.0" encoding="UTF-8" standalone="yes"?>
<Relationships xmlns="http://schemas.openxmlformats.org/package/2006/relationships"><Relationship Id="rId2" Type="http://schemas.openxmlformats.org/officeDocument/2006/relationships/image" Target="../media/image160.png"/><Relationship Id="rId1" Type="http://schemas.openxmlformats.org/officeDocument/2006/relationships/slideLayout" Target="../slideLayouts/slideLayout7.xml"/></Relationships>
</file>

<file path=ppt/slides/_rels/slide119.xml.rels><?xml version="1.0" encoding="UTF-8" standalone="yes"?>
<Relationships xmlns="http://schemas.openxmlformats.org/package/2006/relationships"><Relationship Id="rId3" Type="http://schemas.openxmlformats.org/officeDocument/2006/relationships/image" Target="../media/image162.png"/><Relationship Id="rId2" Type="http://schemas.openxmlformats.org/officeDocument/2006/relationships/image" Target="../media/image161.png"/><Relationship Id="rId1" Type="http://schemas.openxmlformats.org/officeDocument/2006/relationships/slideLayout" Target="../slideLayouts/slideLayout7.xml"/></Relationships>
</file>

<file path=ppt/slides/_rels/slide120.xml.rels><?xml version="1.0" encoding="UTF-8" standalone="yes"?>
<Relationships xmlns="http://schemas.openxmlformats.org/package/2006/relationships"><Relationship Id="rId2" Type="http://schemas.openxmlformats.org/officeDocument/2006/relationships/image" Target="../media/image163.png"/><Relationship Id="rId1" Type="http://schemas.openxmlformats.org/officeDocument/2006/relationships/slideLayout" Target="../slideLayouts/slideLayout7.xml"/></Relationships>
</file>

<file path=ppt/slides/_rels/slide121.xml.rels><?xml version="1.0" encoding="UTF-8" standalone="yes"?>
<Relationships xmlns="http://schemas.openxmlformats.org/package/2006/relationships"><Relationship Id="rId3" Type="http://schemas.openxmlformats.org/officeDocument/2006/relationships/image" Target="../media/image165.png"/><Relationship Id="rId2" Type="http://schemas.openxmlformats.org/officeDocument/2006/relationships/image" Target="../media/image164.png"/><Relationship Id="rId1" Type="http://schemas.openxmlformats.org/officeDocument/2006/relationships/slideLayout" Target="../slideLayouts/slideLayout7.xml"/></Relationships>
</file>

<file path=ppt/slides/_rels/slide122.xml.rels><?xml version="1.0" encoding="UTF-8" standalone="yes"?>
<Relationships xmlns="http://schemas.openxmlformats.org/package/2006/relationships"><Relationship Id="rId2" Type="http://schemas.openxmlformats.org/officeDocument/2006/relationships/image" Target="../media/image166.png"/><Relationship Id="rId1" Type="http://schemas.openxmlformats.org/officeDocument/2006/relationships/slideLayout" Target="../slideLayouts/slideLayout7.xml"/></Relationships>
</file>

<file path=ppt/slides/_rels/slide123.xml.rels><?xml version="1.0" encoding="UTF-8" standalone="yes"?>
<Relationships xmlns="http://schemas.openxmlformats.org/package/2006/relationships"><Relationship Id="rId2" Type="http://schemas.openxmlformats.org/officeDocument/2006/relationships/image" Target="../media/image167.png"/><Relationship Id="rId1" Type="http://schemas.openxmlformats.org/officeDocument/2006/relationships/slideLayout" Target="../slideLayouts/slideLayout7.xml"/></Relationships>
</file>

<file path=ppt/slides/_rels/slide124.xml.rels><?xml version="1.0" encoding="UTF-8" standalone="yes"?>
<Relationships xmlns="http://schemas.openxmlformats.org/package/2006/relationships"><Relationship Id="rId3" Type="http://schemas.openxmlformats.org/officeDocument/2006/relationships/image" Target="../media/image169.png"/><Relationship Id="rId2" Type="http://schemas.openxmlformats.org/officeDocument/2006/relationships/image" Target="../media/image168.png"/><Relationship Id="rId1" Type="http://schemas.openxmlformats.org/officeDocument/2006/relationships/slideLayout" Target="../slideLayouts/slideLayout7.xml"/></Relationships>
</file>

<file path=ppt/slides/_rels/slide125.xml.rels><?xml version="1.0" encoding="UTF-8" standalone="yes"?>
<Relationships xmlns="http://schemas.openxmlformats.org/package/2006/relationships"><Relationship Id="rId2" Type="http://schemas.openxmlformats.org/officeDocument/2006/relationships/image" Target="../media/image170.png"/><Relationship Id="rId1" Type="http://schemas.openxmlformats.org/officeDocument/2006/relationships/slideLayout" Target="../slideLayouts/slideLayout7.xml"/></Relationships>
</file>

<file path=ppt/slides/_rels/slide126.xml.rels><?xml version="1.0" encoding="UTF-8" standalone="yes"?>
<Relationships xmlns="http://schemas.openxmlformats.org/package/2006/relationships"><Relationship Id="rId2" Type="http://schemas.openxmlformats.org/officeDocument/2006/relationships/image" Target="../media/image171.png"/><Relationship Id="rId1" Type="http://schemas.openxmlformats.org/officeDocument/2006/relationships/slideLayout" Target="../slideLayouts/slideLayout7.xml"/></Relationships>
</file>

<file path=ppt/slides/_rels/slide127.xml.rels><?xml version="1.0" encoding="UTF-8" standalone="yes"?>
<Relationships xmlns="http://schemas.openxmlformats.org/package/2006/relationships"><Relationship Id="rId2" Type="http://schemas.openxmlformats.org/officeDocument/2006/relationships/image" Target="../media/image172.png"/><Relationship Id="rId1" Type="http://schemas.openxmlformats.org/officeDocument/2006/relationships/slideLayout" Target="../slideLayouts/slideLayout7.xml"/></Relationships>
</file>

<file path=ppt/slides/_rels/slide128.xml.rels><?xml version="1.0" encoding="UTF-8" standalone="yes"?>
<Relationships xmlns="http://schemas.openxmlformats.org/package/2006/relationships"><Relationship Id="rId3" Type="http://schemas.openxmlformats.org/officeDocument/2006/relationships/image" Target="../media/image174.png"/><Relationship Id="rId2" Type="http://schemas.openxmlformats.org/officeDocument/2006/relationships/image" Target="../media/image173.png"/><Relationship Id="rId1" Type="http://schemas.openxmlformats.org/officeDocument/2006/relationships/slideLayout" Target="../slideLayouts/slideLayout7.xml"/></Relationships>
</file>

<file path=ppt/slides/_rels/slide129.xml.rels><?xml version="1.0" encoding="UTF-8" standalone="yes"?>
<Relationships xmlns="http://schemas.openxmlformats.org/package/2006/relationships"><Relationship Id="rId2" Type="http://schemas.openxmlformats.org/officeDocument/2006/relationships/image" Target="../media/image175.png"/><Relationship Id="rId1" Type="http://schemas.openxmlformats.org/officeDocument/2006/relationships/slideLayout" Target="../slideLayouts/slideLayout7.xml"/></Relationships>
</file>

<file path=ppt/slides/_rels/slide130.xml.rels><?xml version="1.0" encoding="UTF-8" standalone="yes"?>
<Relationships xmlns="http://schemas.openxmlformats.org/package/2006/relationships"><Relationship Id="rId2" Type="http://schemas.openxmlformats.org/officeDocument/2006/relationships/image" Target="../media/image176.png"/><Relationship Id="rId1" Type="http://schemas.openxmlformats.org/officeDocument/2006/relationships/slideLayout" Target="../slideLayouts/slideLayout7.xml"/></Relationships>
</file>

<file path=ppt/slides/_rels/slide131.xml.rels><?xml version="1.0" encoding="UTF-8" standalone="yes"?>
<Relationships xmlns="http://schemas.openxmlformats.org/package/2006/relationships"><Relationship Id="rId2" Type="http://schemas.openxmlformats.org/officeDocument/2006/relationships/image" Target="../media/image177.png"/><Relationship Id="rId1" Type="http://schemas.openxmlformats.org/officeDocument/2006/relationships/slideLayout" Target="../slideLayouts/slideLayout7.xml"/></Relationships>
</file>

<file path=ppt/slides/_rels/slide132.xml.rels><?xml version="1.0" encoding="UTF-8" standalone="yes"?>
<Relationships xmlns="http://schemas.openxmlformats.org/package/2006/relationships"><Relationship Id="rId3" Type="http://schemas.openxmlformats.org/officeDocument/2006/relationships/image" Target="../media/image179.png"/><Relationship Id="rId2" Type="http://schemas.openxmlformats.org/officeDocument/2006/relationships/image" Target="../media/image178.png"/><Relationship Id="rId1" Type="http://schemas.openxmlformats.org/officeDocument/2006/relationships/slideLayout" Target="../slideLayouts/slideLayout7.xml"/></Relationships>
</file>

<file path=ppt/slides/_rels/slide133.xml.rels><?xml version="1.0" encoding="UTF-8" standalone="yes"?>
<Relationships xmlns="http://schemas.openxmlformats.org/package/2006/relationships"><Relationship Id="rId3" Type="http://schemas.openxmlformats.org/officeDocument/2006/relationships/image" Target="../media/image181.png"/><Relationship Id="rId2" Type="http://schemas.openxmlformats.org/officeDocument/2006/relationships/image" Target="../media/image180.png"/><Relationship Id="rId1" Type="http://schemas.openxmlformats.org/officeDocument/2006/relationships/slideLayout" Target="../slideLayouts/slideLayout7.xml"/></Relationships>
</file>

<file path=ppt/slides/slide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F72EEAB2-4C3C-4E1E-8487-EA312F45A224}"/>
              </a:ext>
            </a:extLst>
          </p:cNvPr>
          <p:cNvSpPr>
            <a:spLocks noGrp="1"/>
          </p:cNvSpPr>
          <p:nvPr>
            <p:ph type="ctrTitle"/>
          </p:nvPr>
        </p:nvSpPr>
        <p:spPr/>
        <p:txBody>
          <a:bodyPr/>
          <a:lstStyle/>
          <a:p>
            <a:r>
              <a:rPr lang="en-US" dirty="0"/>
              <a:t>IM Simulation </a:t>
            </a:r>
            <a:endParaRPr lang="en-CH" dirty="0"/>
          </a:p>
        </p:txBody>
      </p:sp>
      <p:sp>
        <p:nvSpPr>
          <p:cNvPr id="3" name="Subtitle 2">
            <a:extLst>
              <a:ext uri="{FF2B5EF4-FFF2-40B4-BE49-F238E27FC236}">
                <a16:creationId xmlns:a16="http://schemas.microsoft.com/office/drawing/2014/main" id="{509D3031-7FD4-40CE-8592-24A3D4489531}"/>
              </a:ext>
            </a:extLst>
          </p:cNvPr>
          <p:cNvSpPr>
            <a:spLocks noGrp="1"/>
          </p:cNvSpPr>
          <p:nvPr>
            <p:ph type="subTitle" idx="1"/>
          </p:nvPr>
        </p:nvSpPr>
        <p:spPr/>
        <p:txBody>
          <a:bodyPr/>
          <a:lstStyle/>
          <a:p>
            <a:r>
              <a:rPr lang="en-US" dirty="0"/>
              <a:t>Mediated Binding Version</a:t>
            </a:r>
            <a:endParaRPr lang="en-CH" dirty="0"/>
          </a:p>
        </p:txBody>
      </p:sp>
    </p:spTree>
    <p:extLst>
      <p:ext uri="{BB962C8B-B14F-4D97-AF65-F5344CB8AC3E}">
        <p14:creationId xmlns:p14="http://schemas.microsoft.com/office/powerpoint/2010/main" val="906520218"/>
      </p:ext>
    </p:extLst>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9A6D7AC9-FECE-47ED-91CF-3674F9A167F2}"/>
            </a:ext>
          </a:extLst>
        </p:cNvPr>
        <p:cNvGrpSpPr/>
        <p:nvPr/>
      </p:nvGrpSpPr>
      <p:grpSpPr>
        <a:xfrm>
          <a:off x="0" y="0"/>
          <a:ext cx="0" cy="0"/>
          <a:chOff x="0" y="0"/>
          <a:chExt cx="0" cy="0"/>
        </a:xfrm>
      </p:grpSpPr>
      <p:sp>
        <p:nvSpPr>
          <p:cNvPr id="2" name="Title 1">
            <a:extLst>
              <a:ext uri="{FF2B5EF4-FFF2-40B4-BE49-F238E27FC236}">
                <a16:creationId xmlns:a16="http://schemas.microsoft.com/office/drawing/2014/main" id="{37E285E9-D042-9151-E3DB-25EF9EA8FA76}"/>
              </a:ext>
            </a:extLst>
          </p:cNvPr>
          <p:cNvSpPr>
            <a:spLocks noGrp="1"/>
          </p:cNvSpPr>
          <p:nvPr>
            <p:ph type="title"/>
          </p:nvPr>
        </p:nvSpPr>
        <p:spPr/>
        <p:txBody>
          <a:bodyPr/>
          <a:lstStyle/>
          <a:p>
            <a:r>
              <a:rPr lang="en-CH" dirty="0"/>
              <a:t>From Previous Versions: </a:t>
            </a:r>
            <a:br>
              <a:rPr lang="en-CH" dirty="0"/>
            </a:br>
            <a:r>
              <a:rPr lang="en-CH" dirty="0"/>
              <a:t>Effect of </a:t>
            </a:r>
            <a:r>
              <a:rPr lang="en-CH" dirty="0" err="1"/>
              <a:t>Pbase</a:t>
            </a:r>
            <a:r>
              <a:rPr lang="en-CH" dirty="0"/>
              <a:t> and Delta on SPC</a:t>
            </a:r>
          </a:p>
        </p:txBody>
      </p:sp>
      <p:sp>
        <p:nvSpPr>
          <p:cNvPr id="4" name="Text Placeholder 3">
            <a:extLst>
              <a:ext uri="{FF2B5EF4-FFF2-40B4-BE49-F238E27FC236}">
                <a16:creationId xmlns:a16="http://schemas.microsoft.com/office/drawing/2014/main" id="{98D4D3A4-B94A-4783-727D-5F647C7F99E3}"/>
              </a:ext>
            </a:extLst>
          </p:cNvPr>
          <p:cNvSpPr>
            <a:spLocks noGrp="1"/>
          </p:cNvSpPr>
          <p:nvPr>
            <p:ph type="body" idx="1"/>
          </p:nvPr>
        </p:nvSpPr>
        <p:spPr/>
        <p:txBody>
          <a:bodyPr/>
          <a:lstStyle/>
          <a:p>
            <a:r>
              <a:rPr lang="en-CH" dirty="0"/>
              <a:t>Lower Delta increases recency, and </a:t>
            </a:r>
            <a:r>
              <a:rPr lang="en-CH"/>
              <a:t>increases performance. </a:t>
            </a:r>
          </a:p>
          <a:p>
            <a:r>
              <a:rPr lang="en-CH"/>
              <a:t>Lower </a:t>
            </a:r>
            <a:r>
              <a:rPr lang="en-CH" dirty="0" err="1"/>
              <a:t>Pbase</a:t>
            </a:r>
            <a:r>
              <a:rPr lang="en-CH" dirty="0"/>
              <a:t> appears to just increase performance overall</a:t>
            </a:r>
          </a:p>
        </p:txBody>
      </p:sp>
    </p:spTree>
    <p:extLst>
      <p:ext uri="{BB962C8B-B14F-4D97-AF65-F5344CB8AC3E}">
        <p14:creationId xmlns:p14="http://schemas.microsoft.com/office/powerpoint/2010/main" val="1946942846"/>
      </p:ext>
    </p:extLst>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4" name="TextBox 3">
            <a:extLst>
              <a:ext uri="{FF2B5EF4-FFF2-40B4-BE49-F238E27FC236}">
                <a16:creationId xmlns:a16="http://schemas.microsoft.com/office/drawing/2014/main" id="{1CA08042-A24E-52DE-4780-EA8885EB371C}"/>
              </a:ext>
            </a:extLst>
          </p:cNvPr>
          <p:cNvSpPr txBox="1"/>
          <p:nvPr/>
        </p:nvSpPr>
        <p:spPr>
          <a:xfrm>
            <a:off x="352612" y="376518"/>
            <a:ext cx="2469330" cy="369332"/>
          </a:xfrm>
          <a:prstGeom prst="rect">
            <a:avLst/>
          </a:prstGeom>
          <a:noFill/>
        </p:spPr>
        <p:txBody>
          <a:bodyPr wrap="none" rtlCol="0">
            <a:spAutoFit/>
          </a:bodyPr>
          <a:lstStyle/>
          <a:p>
            <a:r>
              <a:rPr lang="en-CH" dirty="0" err="1"/>
              <a:t>Pbase</a:t>
            </a:r>
            <a:r>
              <a:rPr lang="en-CH" dirty="0"/>
              <a:t> = 0.3, delta = 0.85</a:t>
            </a:r>
          </a:p>
        </p:txBody>
      </p:sp>
      <p:pic>
        <p:nvPicPr>
          <p:cNvPr id="5" name="Picture 4">
            <a:extLst>
              <a:ext uri="{FF2B5EF4-FFF2-40B4-BE49-F238E27FC236}">
                <a16:creationId xmlns:a16="http://schemas.microsoft.com/office/drawing/2014/main" id="{A292D251-0F1C-E9DD-D8E5-69C6D200EA28}"/>
              </a:ext>
            </a:extLst>
          </p:cNvPr>
          <p:cNvPicPr>
            <a:picLocks noChangeAspect="1"/>
          </p:cNvPicPr>
          <p:nvPr/>
        </p:nvPicPr>
        <p:blipFill>
          <a:blip r:embed="rId2"/>
          <a:stretch>
            <a:fillRect/>
          </a:stretch>
        </p:blipFill>
        <p:spPr>
          <a:xfrm>
            <a:off x="6243918" y="49866"/>
            <a:ext cx="4382247" cy="3286685"/>
          </a:xfrm>
          <a:prstGeom prst="rect">
            <a:avLst/>
          </a:prstGeom>
        </p:spPr>
      </p:pic>
      <p:pic>
        <p:nvPicPr>
          <p:cNvPr id="7" name="Picture 6">
            <a:extLst>
              <a:ext uri="{FF2B5EF4-FFF2-40B4-BE49-F238E27FC236}">
                <a16:creationId xmlns:a16="http://schemas.microsoft.com/office/drawing/2014/main" id="{06A0BA2B-5125-F651-AC71-2B4B445D91F9}"/>
              </a:ext>
            </a:extLst>
          </p:cNvPr>
          <p:cNvPicPr>
            <a:picLocks noChangeAspect="1"/>
          </p:cNvPicPr>
          <p:nvPr/>
        </p:nvPicPr>
        <p:blipFill>
          <a:blip r:embed="rId3"/>
          <a:stretch>
            <a:fillRect/>
          </a:stretch>
        </p:blipFill>
        <p:spPr>
          <a:xfrm>
            <a:off x="82176" y="1279337"/>
            <a:ext cx="5960037" cy="4470028"/>
          </a:xfrm>
          <a:prstGeom prst="rect">
            <a:avLst/>
          </a:prstGeom>
        </p:spPr>
      </p:pic>
      <p:pic>
        <p:nvPicPr>
          <p:cNvPr id="8" name="Picture 7">
            <a:extLst>
              <a:ext uri="{FF2B5EF4-FFF2-40B4-BE49-F238E27FC236}">
                <a16:creationId xmlns:a16="http://schemas.microsoft.com/office/drawing/2014/main" id="{9EA56FEE-B555-FD75-92AB-E3FE609EE047}"/>
              </a:ext>
            </a:extLst>
          </p:cNvPr>
          <p:cNvPicPr>
            <a:picLocks noChangeAspect="1"/>
          </p:cNvPicPr>
          <p:nvPr/>
        </p:nvPicPr>
        <p:blipFill>
          <a:blip r:embed="rId4"/>
          <a:stretch>
            <a:fillRect/>
          </a:stretch>
        </p:blipFill>
        <p:spPr>
          <a:xfrm>
            <a:off x="6243918" y="3472703"/>
            <a:ext cx="4513729" cy="3385297"/>
          </a:xfrm>
          <a:prstGeom prst="rect">
            <a:avLst/>
          </a:prstGeom>
        </p:spPr>
      </p:pic>
    </p:spTree>
    <p:extLst>
      <p:ext uri="{BB962C8B-B14F-4D97-AF65-F5344CB8AC3E}">
        <p14:creationId xmlns:p14="http://schemas.microsoft.com/office/powerpoint/2010/main" val="3253839315"/>
      </p:ext>
    </p:extLst>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EBEC18A2-6CB4-00F7-035C-7767359BDF14}"/>
            </a:ext>
          </a:extLst>
        </p:cNvPr>
        <p:cNvGrpSpPr/>
        <p:nvPr/>
      </p:nvGrpSpPr>
      <p:grpSpPr>
        <a:xfrm>
          <a:off x="0" y="0"/>
          <a:ext cx="0" cy="0"/>
          <a:chOff x="0" y="0"/>
          <a:chExt cx="0" cy="0"/>
        </a:xfrm>
      </p:grpSpPr>
      <p:sp>
        <p:nvSpPr>
          <p:cNvPr id="4" name="TextBox 3">
            <a:extLst>
              <a:ext uri="{FF2B5EF4-FFF2-40B4-BE49-F238E27FC236}">
                <a16:creationId xmlns:a16="http://schemas.microsoft.com/office/drawing/2014/main" id="{5746688D-477D-3BD9-CE89-CD417E7617C4}"/>
              </a:ext>
            </a:extLst>
          </p:cNvPr>
          <p:cNvSpPr txBox="1"/>
          <p:nvPr/>
        </p:nvSpPr>
        <p:spPr>
          <a:xfrm>
            <a:off x="352612" y="376518"/>
            <a:ext cx="2469330" cy="369332"/>
          </a:xfrm>
          <a:prstGeom prst="rect">
            <a:avLst/>
          </a:prstGeom>
          <a:noFill/>
        </p:spPr>
        <p:txBody>
          <a:bodyPr wrap="none" rtlCol="0">
            <a:spAutoFit/>
          </a:bodyPr>
          <a:lstStyle/>
          <a:p>
            <a:r>
              <a:rPr lang="en-CH" dirty="0" err="1"/>
              <a:t>Pbase</a:t>
            </a:r>
            <a:r>
              <a:rPr lang="en-CH" dirty="0"/>
              <a:t> = 0.5, delta = 0.75</a:t>
            </a:r>
          </a:p>
        </p:txBody>
      </p:sp>
      <p:pic>
        <p:nvPicPr>
          <p:cNvPr id="2" name="Picture 1">
            <a:extLst>
              <a:ext uri="{FF2B5EF4-FFF2-40B4-BE49-F238E27FC236}">
                <a16:creationId xmlns:a16="http://schemas.microsoft.com/office/drawing/2014/main" id="{DAF46ACC-FC55-6769-8C6C-E404A486FED0}"/>
              </a:ext>
            </a:extLst>
          </p:cNvPr>
          <p:cNvPicPr>
            <a:picLocks noChangeAspect="1"/>
          </p:cNvPicPr>
          <p:nvPr/>
        </p:nvPicPr>
        <p:blipFill>
          <a:blip r:embed="rId2"/>
          <a:stretch>
            <a:fillRect/>
          </a:stretch>
        </p:blipFill>
        <p:spPr>
          <a:xfrm>
            <a:off x="6858001" y="1"/>
            <a:ext cx="4519706" cy="3389780"/>
          </a:xfrm>
          <a:prstGeom prst="rect">
            <a:avLst/>
          </a:prstGeom>
        </p:spPr>
      </p:pic>
      <p:pic>
        <p:nvPicPr>
          <p:cNvPr id="3" name="Picture 2">
            <a:extLst>
              <a:ext uri="{FF2B5EF4-FFF2-40B4-BE49-F238E27FC236}">
                <a16:creationId xmlns:a16="http://schemas.microsoft.com/office/drawing/2014/main" id="{D0D0FFCE-73B4-3C98-2008-00ED39C5D0C3}"/>
              </a:ext>
            </a:extLst>
          </p:cNvPr>
          <p:cNvPicPr>
            <a:picLocks noChangeAspect="1"/>
          </p:cNvPicPr>
          <p:nvPr/>
        </p:nvPicPr>
        <p:blipFill>
          <a:blip r:embed="rId3"/>
          <a:stretch>
            <a:fillRect/>
          </a:stretch>
        </p:blipFill>
        <p:spPr>
          <a:xfrm>
            <a:off x="6962588" y="3429000"/>
            <a:ext cx="4519706" cy="3389780"/>
          </a:xfrm>
          <a:prstGeom prst="rect">
            <a:avLst/>
          </a:prstGeom>
        </p:spPr>
      </p:pic>
      <p:pic>
        <p:nvPicPr>
          <p:cNvPr id="9" name="Picture 8">
            <a:extLst>
              <a:ext uri="{FF2B5EF4-FFF2-40B4-BE49-F238E27FC236}">
                <a16:creationId xmlns:a16="http://schemas.microsoft.com/office/drawing/2014/main" id="{CDE1B37B-5D72-2460-BCC8-58165C1076E4}"/>
              </a:ext>
            </a:extLst>
          </p:cNvPr>
          <p:cNvPicPr>
            <a:picLocks noChangeAspect="1"/>
          </p:cNvPicPr>
          <p:nvPr/>
        </p:nvPicPr>
        <p:blipFill>
          <a:blip r:embed="rId4"/>
          <a:stretch>
            <a:fillRect/>
          </a:stretch>
        </p:blipFill>
        <p:spPr>
          <a:xfrm>
            <a:off x="275944" y="1098177"/>
            <a:ext cx="6010275" cy="4876800"/>
          </a:xfrm>
          <a:prstGeom prst="rect">
            <a:avLst/>
          </a:prstGeom>
        </p:spPr>
      </p:pic>
    </p:spTree>
    <p:extLst>
      <p:ext uri="{BB962C8B-B14F-4D97-AF65-F5344CB8AC3E}">
        <p14:creationId xmlns:p14="http://schemas.microsoft.com/office/powerpoint/2010/main" val="935400027"/>
      </p:ext>
    </p:extLst>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63FED1B9-31F0-2787-B4F6-49380207D629}"/>
            </a:ext>
          </a:extLst>
        </p:cNvPr>
        <p:cNvGrpSpPr/>
        <p:nvPr/>
      </p:nvGrpSpPr>
      <p:grpSpPr>
        <a:xfrm>
          <a:off x="0" y="0"/>
          <a:ext cx="0" cy="0"/>
          <a:chOff x="0" y="0"/>
          <a:chExt cx="0" cy="0"/>
        </a:xfrm>
      </p:grpSpPr>
      <p:sp>
        <p:nvSpPr>
          <p:cNvPr id="4" name="TextBox 3">
            <a:extLst>
              <a:ext uri="{FF2B5EF4-FFF2-40B4-BE49-F238E27FC236}">
                <a16:creationId xmlns:a16="http://schemas.microsoft.com/office/drawing/2014/main" id="{DA41967F-5A7A-FBA2-6F17-5ECF3A8EFF10}"/>
              </a:ext>
            </a:extLst>
          </p:cNvPr>
          <p:cNvSpPr txBox="1"/>
          <p:nvPr/>
        </p:nvSpPr>
        <p:spPr>
          <a:xfrm>
            <a:off x="352612" y="376518"/>
            <a:ext cx="2469330" cy="369332"/>
          </a:xfrm>
          <a:prstGeom prst="rect">
            <a:avLst/>
          </a:prstGeom>
          <a:noFill/>
        </p:spPr>
        <p:txBody>
          <a:bodyPr wrap="none" rtlCol="0">
            <a:spAutoFit/>
          </a:bodyPr>
          <a:lstStyle/>
          <a:p>
            <a:r>
              <a:rPr lang="en-CH" dirty="0" err="1"/>
              <a:t>Pbase</a:t>
            </a:r>
            <a:r>
              <a:rPr lang="en-CH" dirty="0"/>
              <a:t> = 0.3, delta = 0.75</a:t>
            </a:r>
          </a:p>
        </p:txBody>
      </p:sp>
      <p:pic>
        <p:nvPicPr>
          <p:cNvPr id="5" name="Picture 4">
            <a:extLst>
              <a:ext uri="{FF2B5EF4-FFF2-40B4-BE49-F238E27FC236}">
                <a16:creationId xmlns:a16="http://schemas.microsoft.com/office/drawing/2014/main" id="{43B2B0C4-37B0-4C9E-A39D-781B39C2C476}"/>
              </a:ext>
            </a:extLst>
          </p:cNvPr>
          <p:cNvPicPr>
            <a:picLocks noChangeAspect="1"/>
          </p:cNvPicPr>
          <p:nvPr/>
        </p:nvPicPr>
        <p:blipFill>
          <a:blip r:embed="rId2"/>
          <a:stretch>
            <a:fillRect/>
          </a:stretch>
        </p:blipFill>
        <p:spPr>
          <a:xfrm>
            <a:off x="0" y="1361701"/>
            <a:ext cx="6267450" cy="5162550"/>
          </a:xfrm>
          <a:prstGeom prst="rect">
            <a:avLst/>
          </a:prstGeom>
        </p:spPr>
      </p:pic>
      <p:pic>
        <p:nvPicPr>
          <p:cNvPr id="7" name="Picture 6">
            <a:extLst>
              <a:ext uri="{FF2B5EF4-FFF2-40B4-BE49-F238E27FC236}">
                <a16:creationId xmlns:a16="http://schemas.microsoft.com/office/drawing/2014/main" id="{EA2CEC84-7031-572F-1DB0-81E8009145DA}"/>
              </a:ext>
            </a:extLst>
          </p:cNvPr>
          <p:cNvPicPr>
            <a:picLocks noChangeAspect="1"/>
          </p:cNvPicPr>
          <p:nvPr/>
        </p:nvPicPr>
        <p:blipFill>
          <a:blip r:embed="rId3"/>
          <a:stretch>
            <a:fillRect/>
          </a:stretch>
        </p:blipFill>
        <p:spPr>
          <a:xfrm>
            <a:off x="7058212" y="137833"/>
            <a:ext cx="4117788" cy="3088341"/>
          </a:xfrm>
          <a:prstGeom prst="rect">
            <a:avLst/>
          </a:prstGeom>
        </p:spPr>
      </p:pic>
      <p:pic>
        <p:nvPicPr>
          <p:cNvPr id="8" name="Picture 7">
            <a:extLst>
              <a:ext uri="{FF2B5EF4-FFF2-40B4-BE49-F238E27FC236}">
                <a16:creationId xmlns:a16="http://schemas.microsoft.com/office/drawing/2014/main" id="{4829EDBE-FCAA-17B1-0C24-E0DD308DED6A}"/>
              </a:ext>
            </a:extLst>
          </p:cNvPr>
          <p:cNvPicPr>
            <a:picLocks noChangeAspect="1"/>
          </p:cNvPicPr>
          <p:nvPr/>
        </p:nvPicPr>
        <p:blipFill>
          <a:blip r:embed="rId4"/>
          <a:stretch>
            <a:fillRect/>
          </a:stretch>
        </p:blipFill>
        <p:spPr>
          <a:xfrm>
            <a:off x="6835588" y="3429000"/>
            <a:ext cx="4467907" cy="3350930"/>
          </a:xfrm>
          <a:prstGeom prst="rect">
            <a:avLst/>
          </a:prstGeom>
        </p:spPr>
      </p:pic>
    </p:spTree>
    <p:extLst>
      <p:ext uri="{BB962C8B-B14F-4D97-AF65-F5344CB8AC3E}">
        <p14:creationId xmlns:p14="http://schemas.microsoft.com/office/powerpoint/2010/main" val="3406593101"/>
      </p:ext>
    </p:extLst>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046D8D32-D334-428E-A1D6-D706C1D998C6}"/>
              </a:ext>
            </a:extLst>
          </p:cNvPr>
          <p:cNvSpPr>
            <a:spLocks noGrp="1"/>
          </p:cNvSpPr>
          <p:nvPr>
            <p:ph type="title"/>
          </p:nvPr>
        </p:nvSpPr>
        <p:spPr/>
        <p:txBody>
          <a:bodyPr/>
          <a:lstStyle/>
          <a:p>
            <a:r>
              <a:rPr lang="en-CH" dirty="0"/>
              <a:t>From Previous Versions: </a:t>
            </a:r>
            <a:br>
              <a:rPr lang="en-CH" dirty="0"/>
            </a:br>
            <a:r>
              <a:rPr lang="en-US" dirty="0"/>
              <a:t>Parametric variations of parameters</a:t>
            </a:r>
            <a:endParaRPr lang="en-CH" dirty="0"/>
          </a:p>
        </p:txBody>
      </p:sp>
      <p:sp>
        <p:nvSpPr>
          <p:cNvPr id="4" name="Text Placeholder 3">
            <a:extLst>
              <a:ext uri="{FF2B5EF4-FFF2-40B4-BE49-F238E27FC236}">
                <a16:creationId xmlns:a16="http://schemas.microsoft.com/office/drawing/2014/main" id="{86FA51DD-4202-4286-A2A4-D1D966543B78}"/>
              </a:ext>
            </a:extLst>
          </p:cNvPr>
          <p:cNvSpPr>
            <a:spLocks noGrp="1"/>
          </p:cNvSpPr>
          <p:nvPr>
            <p:ph type="body" idx="1"/>
          </p:nvPr>
        </p:nvSpPr>
        <p:spPr/>
        <p:txBody>
          <a:bodyPr/>
          <a:lstStyle/>
          <a:p>
            <a:endParaRPr lang="en-CH"/>
          </a:p>
        </p:txBody>
      </p:sp>
    </p:spTree>
    <p:extLst>
      <p:ext uri="{BB962C8B-B14F-4D97-AF65-F5344CB8AC3E}">
        <p14:creationId xmlns:p14="http://schemas.microsoft.com/office/powerpoint/2010/main" val="3833246602"/>
      </p:ext>
    </p:extLst>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pic>
        <p:nvPicPr>
          <p:cNvPr id="4" name="Picture 3">
            <a:extLst>
              <a:ext uri="{FF2B5EF4-FFF2-40B4-BE49-F238E27FC236}">
                <a16:creationId xmlns:a16="http://schemas.microsoft.com/office/drawing/2014/main" id="{6B1217FC-9425-AA7B-A884-1C1C7856001A}"/>
              </a:ext>
            </a:extLst>
          </p:cNvPr>
          <p:cNvPicPr>
            <a:picLocks noChangeAspect="1"/>
          </p:cNvPicPr>
          <p:nvPr/>
        </p:nvPicPr>
        <p:blipFill>
          <a:blip r:embed="rId2"/>
          <a:stretch>
            <a:fillRect/>
          </a:stretch>
        </p:blipFill>
        <p:spPr>
          <a:xfrm>
            <a:off x="546455" y="1019175"/>
            <a:ext cx="5591175" cy="4819650"/>
          </a:xfrm>
          <a:prstGeom prst="rect">
            <a:avLst/>
          </a:prstGeom>
        </p:spPr>
      </p:pic>
      <p:pic>
        <p:nvPicPr>
          <p:cNvPr id="5" name="Picture 4">
            <a:extLst>
              <a:ext uri="{FF2B5EF4-FFF2-40B4-BE49-F238E27FC236}">
                <a16:creationId xmlns:a16="http://schemas.microsoft.com/office/drawing/2014/main" id="{8F62606E-F1E4-EEA8-7F2C-0C19E24E691F}"/>
              </a:ext>
            </a:extLst>
          </p:cNvPr>
          <p:cNvPicPr>
            <a:picLocks noChangeAspect="1"/>
          </p:cNvPicPr>
          <p:nvPr/>
        </p:nvPicPr>
        <p:blipFill>
          <a:blip r:embed="rId3"/>
          <a:stretch>
            <a:fillRect/>
          </a:stretch>
        </p:blipFill>
        <p:spPr>
          <a:xfrm>
            <a:off x="5916089" y="907396"/>
            <a:ext cx="6696075" cy="5419725"/>
          </a:xfrm>
          <a:prstGeom prst="rect">
            <a:avLst/>
          </a:prstGeom>
        </p:spPr>
      </p:pic>
    </p:spTree>
    <p:extLst>
      <p:ext uri="{BB962C8B-B14F-4D97-AF65-F5344CB8AC3E}">
        <p14:creationId xmlns:p14="http://schemas.microsoft.com/office/powerpoint/2010/main" val="3310112304"/>
      </p:ext>
    </p:extLst>
  </p:cSld>
  <p:clrMapOvr>
    <a:masterClrMapping/>
  </p:clrMapOvr>
</p:sld>
</file>

<file path=ppt/slides/slide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pic>
        <p:nvPicPr>
          <p:cNvPr id="5" name="Picture 4">
            <a:extLst>
              <a:ext uri="{FF2B5EF4-FFF2-40B4-BE49-F238E27FC236}">
                <a16:creationId xmlns:a16="http://schemas.microsoft.com/office/drawing/2014/main" id="{13AD9EE3-EC48-9885-ACEC-F12AF9A236C9}"/>
              </a:ext>
            </a:extLst>
          </p:cNvPr>
          <p:cNvPicPr>
            <a:picLocks noChangeAspect="1"/>
          </p:cNvPicPr>
          <p:nvPr/>
        </p:nvPicPr>
        <p:blipFill>
          <a:blip r:embed="rId2"/>
          <a:stretch>
            <a:fillRect/>
          </a:stretch>
        </p:blipFill>
        <p:spPr>
          <a:xfrm>
            <a:off x="186353" y="564496"/>
            <a:ext cx="6343650" cy="5191125"/>
          </a:xfrm>
          <a:prstGeom prst="rect">
            <a:avLst/>
          </a:prstGeom>
        </p:spPr>
      </p:pic>
      <p:pic>
        <p:nvPicPr>
          <p:cNvPr id="6" name="Picture 5">
            <a:extLst>
              <a:ext uri="{FF2B5EF4-FFF2-40B4-BE49-F238E27FC236}">
                <a16:creationId xmlns:a16="http://schemas.microsoft.com/office/drawing/2014/main" id="{CAC8605A-3163-B767-6989-47865DABE757}"/>
              </a:ext>
            </a:extLst>
          </p:cNvPr>
          <p:cNvPicPr>
            <a:picLocks noChangeAspect="1"/>
          </p:cNvPicPr>
          <p:nvPr/>
        </p:nvPicPr>
        <p:blipFill>
          <a:blip r:embed="rId3"/>
          <a:stretch>
            <a:fillRect/>
          </a:stretch>
        </p:blipFill>
        <p:spPr>
          <a:xfrm>
            <a:off x="6261511" y="440923"/>
            <a:ext cx="5976153" cy="5976153"/>
          </a:xfrm>
          <a:prstGeom prst="rect">
            <a:avLst/>
          </a:prstGeom>
        </p:spPr>
      </p:pic>
    </p:spTree>
    <p:extLst>
      <p:ext uri="{BB962C8B-B14F-4D97-AF65-F5344CB8AC3E}">
        <p14:creationId xmlns:p14="http://schemas.microsoft.com/office/powerpoint/2010/main" val="3954679293"/>
      </p:ext>
    </p:extLst>
  </p:cSld>
  <p:clrMapOvr>
    <a:masterClrMapping/>
  </p:clrMapOvr>
</p:sld>
</file>

<file path=ppt/slides/slide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pic>
        <p:nvPicPr>
          <p:cNvPr id="4" name="Picture 3">
            <a:extLst>
              <a:ext uri="{FF2B5EF4-FFF2-40B4-BE49-F238E27FC236}">
                <a16:creationId xmlns:a16="http://schemas.microsoft.com/office/drawing/2014/main" id="{72EAAF68-F714-E7EE-80BF-1081B68995A5}"/>
              </a:ext>
            </a:extLst>
          </p:cNvPr>
          <p:cNvPicPr>
            <a:picLocks noChangeAspect="1"/>
          </p:cNvPicPr>
          <p:nvPr/>
        </p:nvPicPr>
        <p:blipFill>
          <a:blip r:embed="rId2"/>
          <a:stretch>
            <a:fillRect/>
          </a:stretch>
        </p:blipFill>
        <p:spPr>
          <a:xfrm>
            <a:off x="0" y="801356"/>
            <a:ext cx="6044368" cy="5066881"/>
          </a:xfrm>
          <a:prstGeom prst="rect">
            <a:avLst/>
          </a:prstGeom>
        </p:spPr>
      </p:pic>
      <p:pic>
        <p:nvPicPr>
          <p:cNvPr id="5" name="Picture 4">
            <a:extLst>
              <a:ext uri="{FF2B5EF4-FFF2-40B4-BE49-F238E27FC236}">
                <a16:creationId xmlns:a16="http://schemas.microsoft.com/office/drawing/2014/main" id="{2CBFF66E-A3DE-4796-D85A-A3BDDCF70185}"/>
              </a:ext>
            </a:extLst>
          </p:cNvPr>
          <p:cNvPicPr>
            <a:picLocks noChangeAspect="1"/>
          </p:cNvPicPr>
          <p:nvPr/>
        </p:nvPicPr>
        <p:blipFill>
          <a:blip r:embed="rId3"/>
          <a:stretch>
            <a:fillRect/>
          </a:stretch>
        </p:blipFill>
        <p:spPr>
          <a:xfrm>
            <a:off x="5890154" y="989763"/>
            <a:ext cx="6301846" cy="5255289"/>
          </a:xfrm>
          <a:prstGeom prst="rect">
            <a:avLst/>
          </a:prstGeom>
        </p:spPr>
      </p:pic>
    </p:spTree>
    <p:extLst>
      <p:ext uri="{BB962C8B-B14F-4D97-AF65-F5344CB8AC3E}">
        <p14:creationId xmlns:p14="http://schemas.microsoft.com/office/powerpoint/2010/main" val="244720459"/>
      </p:ext>
    </p:extLst>
  </p:cSld>
  <p:clrMapOvr>
    <a:masterClrMapping/>
  </p:clrMapOvr>
</p:sld>
</file>

<file path=ppt/slides/slide1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pic>
        <p:nvPicPr>
          <p:cNvPr id="3" name="Picture 2">
            <a:extLst>
              <a:ext uri="{FF2B5EF4-FFF2-40B4-BE49-F238E27FC236}">
                <a16:creationId xmlns:a16="http://schemas.microsoft.com/office/drawing/2014/main" id="{E0925858-A17A-F163-394E-B98DE4C7BE11}"/>
              </a:ext>
            </a:extLst>
          </p:cNvPr>
          <p:cNvPicPr>
            <a:picLocks noChangeAspect="1"/>
          </p:cNvPicPr>
          <p:nvPr/>
        </p:nvPicPr>
        <p:blipFill>
          <a:blip r:embed="rId2"/>
          <a:stretch>
            <a:fillRect/>
          </a:stretch>
        </p:blipFill>
        <p:spPr>
          <a:xfrm>
            <a:off x="0" y="1085220"/>
            <a:ext cx="6395286" cy="5109587"/>
          </a:xfrm>
          <a:prstGeom prst="rect">
            <a:avLst/>
          </a:prstGeom>
        </p:spPr>
      </p:pic>
      <p:pic>
        <p:nvPicPr>
          <p:cNvPr id="4" name="Picture 3">
            <a:extLst>
              <a:ext uri="{FF2B5EF4-FFF2-40B4-BE49-F238E27FC236}">
                <a16:creationId xmlns:a16="http://schemas.microsoft.com/office/drawing/2014/main" id="{0DB9A62B-8031-23AA-7A84-4E5F5EF39A3B}"/>
              </a:ext>
            </a:extLst>
          </p:cNvPr>
          <p:cNvPicPr>
            <a:picLocks noChangeAspect="1"/>
          </p:cNvPicPr>
          <p:nvPr/>
        </p:nvPicPr>
        <p:blipFill>
          <a:blip r:embed="rId3"/>
          <a:stretch>
            <a:fillRect/>
          </a:stretch>
        </p:blipFill>
        <p:spPr>
          <a:xfrm>
            <a:off x="6096000" y="1085220"/>
            <a:ext cx="6097763" cy="5516547"/>
          </a:xfrm>
          <a:prstGeom prst="rect">
            <a:avLst/>
          </a:prstGeom>
        </p:spPr>
      </p:pic>
    </p:spTree>
    <p:extLst>
      <p:ext uri="{BB962C8B-B14F-4D97-AF65-F5344CB8AC3E}">
        <p14:creationId xmlns:p14="http://schemas.microsoft.com/office/powerpoint/2010/main" val="1788881583"/>
      </p:ext>
    </p:extLst>
  </p:cSld>
  <p:clrMapOvr>
    <a:masterClrMapping/>
  </p:clrMapOvr>
</p:sld>
</file>

<file path=ppt/slides/slide1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pic>
        <p:nvPicPr>
          <p:cNvPr id="2" name="Picture 1">
            <a:extLst>
              <a:ext uri="{FF2B5EF4-FFF2-40B4-BE49-F238E27FC236}">
                <a16:creationId xmlns:a16="http://schemas.microsoft.com/office/drawing/2014/main" id="{8732D3F8-6116-2FA6-FA83-D3DA2D7C6055}"/>
              </a:ext>
            </a:extLst>
          </p:cNvPr>
          <p:cNvPicPr>
            <a:picLocks noChangeAspect="1"/>
          </p:cNvPicPr>
          <p:nvPr/>
        </p:nvPicPr>
        <p:blipFill>
          <a:blip r:embed="rId2"/>
          <a:stretch>
            <a:fillRect/>
          </a:stretch>
        </p:blipFill>
        <p:spPr>
          <a:xfrm>
            <a:off x="381719" y="226087"/>
            <a:ext cx="5270479" cy="5481377"/>
          </a:xfrm>
          <a:prstGeom prst="rect">
            <a:avLst/>
          </a:prstGeom>
        </p:spPr>
      </p:pic>
      <p:pic>
        <p:nvPicPr>
          <p:cNvPr id="3" name="Picture 2">
            <a:extLst>
              <a:ext uri="{FF2B5EF4-FFF2-40B4-BE49-F238E27FC236}">
                <a16:creationId xmlns:a16="http://schemas.microsoft.com/office/drawing/2014/main" id="{EE0F118B-3F10-C95B-63B5-78EA0E67F969}"/>
              </a:ext>
            </a:extLst>
          </p:cNvPr>
          <p:cNvPicPr>
            <a:picLocks noChangeAspect="1"/>
          </p:cNvPicPr>
          <p:nvPr/>
        </p:nvPicPr>
        <p:blipFill>
          <a:blip r:embed="rId3"/>
          <a:stretch>
            <a:fillRect/>
          </a:stretch>
        </p:blipFill>
        <p:spPr>
          <a:xfrm>
            <a:off x="5652198" y="226087"/>
            <a:ext cx="5835512" cy="5893194"/>
          </a:xfrm>
          <a:prstGeom prst="rect">
            <a:avLst/>
          </a:prstGeom>
        </p:spPr>
      </p:pic>
    </p:spTree>
    <p:extLst>
      <p:ext uri="{BB962C8B-B14F-4D97-AF65-F5344CB8AC3E}">
        <p14:creationId xmlns:p14="http://schemas.microsoft.com/office/powerpoint/2010/main" val="1522630728"/>
      </p:ext>
    </p:extLst>
  </p:cSld>
  <p:clrMapOvr>
    <a:masterClrMapping/>
  </p:clrMapOvr>
</p:sld>
</file>

<file path=ppt/slides/slide1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TextBox 2">
            <a:extLst>
              <a:ext uri="{FF2B5EF4-FFF2-40B4-BE49-F238E27FC236}">
                <a16:creationId xmlns:a16="http://schemas.microsoft.com/office/drawing/2014/main" id="{DD66D47C-A328-4B45-F203-0CBD9DF945A6}"/>
              </a:ext>
            </a:extLst>
          </p:cNvPr>
          <p:cNvSpPr txBox="1"/>
          <p:nvPr/>
        </p:nvSpPr>
        <p:spPr>
          <a:xfrm>
            <a:off x="753035" y="763793"/>
            <a:ext cx="1709122" cy="369332"/>
          </a:xfrm>
          <a:prstGeom prst="rect">
            <a:avLst/>
          </a:prstGeom>
          <a:noFill/>
        </p:spPr>
        <p:txBody>
          <a:bodyPr wrap="none" rtlCol="0">
            <a:spAutoFit/>
          </a:bodyPr>
          <a:lstStyle/>
          <a:p>
            <a:r>
              <a:rPr lang="en-CH" dirty="0"/>
              <a:t>With noise = 0.8</a:t>
            </a:r>
          </a:p>
        </p:txBody>
      </p:sp>
      <p:pic>
        <p:nvPicPr>
          <p:cNvPr id="8" name="Picture 7">
            <a:extLst>
              <a:ext uri="{FF2B5EF4-FFF2-40B4-BE49-F238E27FC236}">
                <a16:creationId xmlns:a16="http://schemas.microsoft.com/office/drawing/2014/main" id="{4F50B95F-6366-20BC-BAEF-77C8BB959923}"/>
              </a:ext>
            </a:extLst>
          </p:cNvPr>
          <p:cNvPicPr>
            <a:picLocks noChangeAspect="1"/>
          </p:cNvPicPr>
          <p:nvPr/>
        </p:nvPicPr>
        <p:blipFill>
          <a:blip r:embed="rId2"/>
          <a:stretch>
            <a:fillRect/>
          </a:stretch>
        </p:blipFill>
        <p:spPr>
          <a:xfrm>
            <a:off x="281267" y="1268561"/>
            <a:ext cx="5981700" cy="4629150"/>
          </a:xfrm>
          <a:prstGeom prst="rect">
            <a:avLst/>
          </a:prstGeom>
        </p:spPr>
      </p:pic>
      <p:pic>
        <p:nvPicPr>
          <p:cNvPr id="9" name="Picture 8">
            <a:extLst>
              <a:ext uri="{FF2B5EF4-FFF2-40B4-BE49-F238E27FC236}">
                <a16:creationId xmlns:a16="http://schemas.microsoft.com/office/drawing/2014/main" id="{5D90494C-FE4C-1E4A-0474-AA24BB52E599}"/>
              </a:ext>
            </a:extLst>
          </p:cNvPr>
          <p:cNvPicPr>
            <a:picLocks noChangeAspect="1"/>
          </p:cNvPicPr>
          <p:nvPr/>
        </p:nvPicPr>
        <p:blipFill>
          <a:blip r:embed="rId3"/>
          <a:stretch>
            <a:fillRect/>
          </a:stretch>
        </p:blipFill>
        <p:spPr>
          <a:xfrm>
            <a:off x="6096000" y="1374457"/>
            <a:ext cx="6410325" cy="4657725"/>
          </a:xfrm>
          <a:prstGeom prst="rect">
            <a:avLst/>
          </a:prstGeom>
        </p:spPr>
      </p:pic>
    </p:spTree>
    <p:extLst>
      <p:ext uri="{BB962C8B-B14F-4D97-AF65-F5344CB8AC3E}">
        <p14:creationId xmlns:p14="http://schemas.microsoft.com/office/powerpoint/2010/main" val="3736782981"/>
      </p:ext>
    </p:extLst>
  </p:cSld>
  <p:clrMapOvr>
    <a:masterClrMapping/>
  </p:clrMapOvr>
</p:sld>
</file>

<file path=ppt/slides/slide1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pic>
        <p:nvPicPr>
          <p:cNvPr id="2" name="Picture 1">
            <a:extLst>
              <a:ext uri="{FF2B5EF4-FFF2-40B4-BE49-F238E27FC236}">
                <a16:creationId xmlns:a16="http://schemas.microsoft.com/office/drawing/2014/main" id="{9913411E-D420-3FD9-7ED9-D4EA5297A46E}"/>
              </a:ext>
            </a:extLst>
          </p:cNvPr>
          <p:cNvPicPr>
            <a:picLocks noChangeAspect="1"/>
          </p:cNvPicPr>
          <p:nvPr/>
        </p:nvPicPr>
        <p:blipFill>
          <a:blip r:embed="rId2"/>
          <a:stretch>
            <a:fillRect/>
          </a:stretch>
        </p:blipFill>
        <p:spPr>
          <a:xfrm>
            <a:off x="393270" y="1619699"/>
            <a:ext cx="5800725" cy="4457700"/>
          </a:xfrm>
          <a:prstGeom prst="rect">
            <a:avLst/>
          </a:prstGeom>
        </p:spPr>
      </p:pic>
      <p:pic>
        <p:nvPicPr>
          <p:cNvPr id="3" name="Picture 2">
            <a:extLst>
              <a:ext uri="{FF2B5EF4-FFF2-40B4-BE49-F238E27FC236}">
                <a16:creationId xmlns:a16="http://schemas.microsoft.com/office/drawing/2014/main" id="{175FF989-363F-4411-0892-CD0AED8157BD}"/>
              </a:ext>
            </a:extLst>
          </p:cNvPr>
          <p:cNvPicPr>
            <a:picLocks noChangeAspect="1"/>
          </p:cNvPicPr>
          <p:nvPr/>
        </p:nvPicPr>
        <p:blipFill>
          <a:blip r:embed="rId3"/>
          <a:stretch>
            <a:fillRect/>
          </a:stretch>
        </p:blipFill>
        <p:spPr>
          <a:xfrm>
            <a:off x="6096000" y="1619699"/>
            <a:ext cx="6238875" cy="4648200"/>
          </a:xfrm>
          <a:prstGeom prst="rect">
            <a:avLst/>
          </a:prstGeom>
        </p:spPr>
      </p:pic>
      <p:sp>
        <p:nvSpPr>
          <p:cNvPr id="4" name="TextBox 3">
            <a:extLst>
              <a:ext uri="{FF2B5EF4-FFF2-40B4-BE49-F238E27FC236}">
                <a16:creationId xmlns:a16="http://schemas.microsoft.com/office/drawing/2014/main" id="{2EA6F42F-1A03-E08B-E420-31E1028BF6FD}"/>
              </a:ext>
            </a:extLst>
          </p:cNvPr>
          <p:cNvSpPr txBox="1"/>
          <p:nvPr/>
        </p:nvSpPr>
        <p:spPr>
          <a:xfrm>
            <a:off x="753035" y="763793"/>
            <a:ext cx="2845202" cy="369332"/>
          </a:xfrm>
          <a:prstGeom prst="rect">
            <a:avLst/>
          </a:prstGeom>
          <a:noFill/>
        </p:spPr>
        <p:txBody>
          <a:bodyPr wrap="none" rtlCol="0">
            <a:spAutoFit/>
          </a:bodyPr>
          <a:lstStyle/>
          <a:p>
            <a:r>
              <a:rPr lang="en-CH" dirty="0"/>
              <a:t>With boundary = 20 (or 15?)</a:t>
            </a:r>
          </a:p>
        </p:txBody>
      </p:sp>
    </p:spTree>
    <p:extLst>
      <p:ext uri="{BB962C8B-B14F-4D97-AF65-F5344CB8AC3E}">
        <p14:creationId xmlns:p14="http://schemas.microsoft.com/office/powerpoint/2010/main" val="3385866556"/>
      </p:ext>
    </p:extLst>
  </p:cSld>
  <p:clrMapOvr>
    <a:masterClrMapping/>
  </p:clrMapOvr>
</p:sld>
</file>

<file path=ppt/slides/slide1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pic>
        <p:nvPicPr>
          <p:cNvPr id="2" name="Picture 1">
            <a:extLst>
              <a:ext uri="{FF2B5EF4-FFF2-40B4-BE49-F238E27FC236}">
                <a16:creationId xmlns:a16="http://schemas.microsoft.com/office/drawing/2014/main" id="{820BEF3F-5CC8-445A-B63D-AB8E7C8BF060}"/>
              </a:ext>
            </a:extLst>
          </p:cNvPr>
          <p:cNvPicPr>
            <a:picLocks noChangeAspect="1"/>
          </p:cNvPicPr>
          <p:nvPr/>
        </p:nvPicPr>
        <p:blipFill>
          <a:blip r:embed="rId2"/>
          <a:stretch>
            <a:fillRect/>
          </a:stretch>
        </p:blipFill>
        <p:spPr>
          <a:xfrm>
            <a:off x="146510" y="55265"/>
            <a:ext cx="5681122" cy="5873262"/>
          </a:xfrm>
          <a:prstGeom prst="rect">
            <a:avLst/>
          </a:prstGeom>
        </p:spPr>
      </p:pic>
      <p:pic>
        <p:nvPicPr>
          <p:cNvPr id="3" name="Picture 2">
            <a:extLst>
              <a:ext uri="{FF2B5EF4-FFF2-40B4-BE49-F238E27FC236}">
                <a16:creationId xmlns:a16="http://schemas.microsoft.com/office/drawing/2014/main" id="{C800D01A-C8FC-7057-99FB-F4C8704B1EAA}"/>
              </a:ext>
            </a:extLst>
          </p:cNvPr>
          <p:cNvPicPr>
            <a:picLocks noChangeAspect="1"/>
          </p:cNvPicPr>
          <p:nvPr/>
        </p:nvPicPr>
        <p:blipFill>
          <a:blip r:embed="rId3"/>
          <a:stretch>
            <a:fillRect/>
          </a:stretch>
        </p:blipFill>
        <p:spPr>
          <a:xfrm>
            <a:off x="5753317" y="157375"/>
            <a:ext cx="5953014" cy="6107772"/>
          </a:xfrm>
          <a:prstGeom prst="rect">
            <a:avLst/>
          </a:prstGeom>
        </p:spPr>
      </p:pic>
    </p:spTree>
    <p:extLst>
      <p:ext uri="{BB962C8B-B14F-4D97-AF65-F5344CB8AC3E}">
        <p14:creationId xmlns:p14="http://schemas.microsoft.com/office/powerpoint/2010/main" val="2708156505"/>
      </p:ext>
    </p:extLst>
  </p:cSld>
  <p:clrMapOvr>
    <a:masterClrMapping/>
  </p:clrMapOvr>
</p:sld>
</file>

<file path=ppt/slides/slide1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pic>
        <p:nvPicPr>
          <p:cNvPr id="5" name="Picture 4">
            <a:extLst>
              <a:ext uri="{FF2B5EF4-FFF2-40B4-BE49-F238E27FC236}">
                <a16:creationId xmlns:a16="http://schemas.microsoft.com/office/drawing/2014/main" id="{23F363A3-AC56-160D-44CD-91418D28AC80}"/>
              </a:ext>
            </a:extLst>
          </p:cNvPr>
          <p:cNvPicPr>
            <a:picLocks noChangeAspect="1"/>
          </p:cNvPicPr>
          <p:nvPr/>
        </p:nvPicPr>
        <p:blipFill>
          <a:blip r:embed="rId2"/>
          <a:stretch>
            <a:fillRect/>
          </a:stretch>
        </p:blipFill>
        <p:spPr>
          <a:xfrm>
            <a:off x="327065" y="116341"/>
            <a:ext cx="5362865" cy="5741848"/>
          </a:xfrm>
          <a:prstGeom prst="rect">
            <a:avLst/>
          </a:prstGeom>
        </p:spPr>
      </p:pic>
      <p:pic>
        <p:nvPicPr>
          <p:cNvPr id="6" name="Picture 5">
            <a:extLst>
              <a:ext uri="{FF2B5EF4-FFF2-40B4-BE49-F238E27FC236}">
                <a16:creationId xmlns:a16="http://schemas.microsoft.com/office/drawing/2014/main" id="{EE4745D9-783C-F75F-9F3D-91BDA39BC808}"/>
              </a:ext>
            </a:extLst>
          </p:cNvPr>
          <p:cNvPicPr>
            <a:picLocks noChangeAspect="1"/>
          </p:cNvPicPr>
          <p:nvPr/>
        </p:nvPicPr>
        <p:blipFill>
          <a:blip r:embed="rId3"/>
          <a:stretch>
            <a:fillRect/>
          </a:stretch>
        </p:blipFill>
        <p:spPr>
          <a:xfrm>
            <a:off x="5775341" y="276329"/>
            <a:ext cx="5862923" cy="5797899"/>
          </a:xfrm>
          <a:prstGeom prst="rect">
            <a:avLst/>
          </a:prstGeom>
        </p:spPr>
      </p:pic>
    </p:spTree>
    <p:extLst>
      <p:ext uri="{BB962C8B-B14F-4D97-AF65-F5344CB8AC3E}">
        <p14:creationId xmlns:p14="http://schemas.microsoft.com/office/powerpoint/2010/main" val="1299877360"/>
      </p:ext>
    </p:extLst>
  </p:cSld>
  <p:clrMapOvr>
    <a:masterClrMapping/>
  </p:clrMapOvr>
</p:sld>
</file>

<file path=ppt/slides/slide1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pic>
        <p:nvPicPr>
          <p:cNvPr id="2" name="Picture 1">
            <a:extLst>
              <a:ext uri="{FF2B5EF4-FFF2-40B4-BE49-F238E27FC236}">
                <a16:creationId xmlns:a16="http://schemas.microsoft.com/office/drawing/2014/main" id="{E38A0A1C-DF44-D508-408E-2161217D10FC}"/>
              </a:ext>
            </a:extLst>
          </p:cNvPr>
          <p:cNvPicPr>
            <a:picLocks noChangeAspect="1"/>
          </p:cNvPicPr>
          <p:nvPr/>
        </p:nvPicPr>
        <p:blipFill>
          <a:blip r:embed="rId2"/>
          <a:stretch>
            <a:fillRect/>
          </a:stretch>
        </p:blipFill>
        <p:spPr>
          <a:xfrm>
            <a:off x="6276870" y="663191"/>
            <a:ext cx="5710813" cy="5732584"/>
          </a:xfrm>
          <a:prstGeom prst="rect">
            <a:avLst/>
          </a:prstGeom>
        </p:spPr>
      </p:pic>
      <p:pic>
        <p:nvPicPr>
          <p:cNvPr id="3" name="Picture 2">
            <a:extLst>
              <a:ext uri="{FF2B5EF4-FFF2-40B4-BE49-F238E27FC236}">
                <a16:creationId xmlns:a16="http://schemas.microsoft.com/office/drawing/2014/main" id="{81143D00-60BC-4343-9C80-43343D44C634}"/>
              </a:ext>
            </a:extLst>
          </p:cNvPr>
          <p:cNvPicPr>
            <a:picLocks noChangeAspect="1"/>
          </p:cNvPicPr>
          <p:nvPr/>
        </p:nvPicPr>
        <p:blipFill>
          <a:blip r:embed="rId3"/>
          <a:stretch>
            <a:fillRect/>
          </a:stretch>
        </p:blipFill>
        <p:spPr>
          <a:xfrm>
            <a:off x="462430" y="411983"/>
            <a:ext cx="5633570" cy="5893358"/>
          </a:xfrm>
          <a:prstGeom prst="rect">
            <a:avLst/>
          </a:prstGeom>
        </p:spPr>
      </p:pic>
    </p:spTree>
    <p:extLst>
      <p:ext uri="{BB962C8B-B14F-4D97-AF65-F5344CB8AC3E}">
        <p14:creationId xmlns:p14="http://schemas.microsoft.com/office/powerpoint/2010/main" val="1082638462"/>
      </p:ext>
    </p:extLst>
  </p:cSld>
  <p:clrMapOvr>
    <a:masterClrMapping/>
  </p:clrMapOvr>
</p:sld>
</file>

<file path=ppt/slides/slide1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pic>
        <p:nvPicPr>
          <p:cNvPr id="3" name="Picture 2">
            <a:extLst>
              <a:ext uri="{FF2B5EF4-FFF2-40B4-BE49-F238E27FC236}">
                <a16:creationId xmlns:a16="http://schemas.microsoft.com/office/drawing/2014/main" id="{87421E44-65DA-A8D3-3600-711661039790}"/>
              </a:ext>
            </a:extLst>
          </p:cNvPr>
          <p:cNvPicPr>
            <a:picLocks noChangeAspect="1"/>
          </p:cNvPicPr>
          <p:nvPr/>
        </p:nvPicPr>
        <p:blipFill>
          <a:blip r:embed="rId2"/>
          <a:stretch>
            <a:fillRect/>
          </a:stretch>
        </p:blipFill>
        <p:spPr>
          <a:xfrm>
            <a:off x="326131" y="542611"/>
            <a:ext cx="4969350" cy="5571811"/>
          </a:xfrm>
          <a:prstGeom prst="rect">
            <a:avLst/>
          </a:prstGeom>
        </p:spPr>
      </p:pic>
      <p:pic>
        <p:nvPicPr>
          <p:cNvPr id="4" name="Picture 3">
            <a:extLst>
              <a:ext uri="{FF2B5EF4-FFF2-40B4-BE49-F238E27FC236}">
                <a16:creationId xmlns:a16="http://schemas.microsoft.com/office/drawing/2014/main" id="{E670329A-2B1E-BEFC-CC37-BB0C6FDEDAC4}"/>
              </a:ext>
            </a:extLst>
          </p:cNvPr>
          <p:cNvPicPr>
            <a:picLocks noChangeAspect="1"/>
          </p:cNvPicPr>
          <p:nvPr/>
        </p:nvPicPr>
        <p:blipFill>
          <a:blip r:embed="rId3"/>
          <a:stretch>
            <a:fillRect/>
          </a:stretch>
        </p:blipFill>
        <p:spPr>
          <a:xfrm>
            <a:off x="5509189" y="643094"/>
            <a:ext cx="6148579" cy="5838093"/>
          </a:xfrm>
          <a:prstGeom prst="rect">
            <a:avLst/>
          </a:prstGeom>
        </p:spPr>
      </p:pic>
    </p:spTree>
    <p:extLst>
      <p:ext uri="{BB962C8B-B14F-4D97-AF65-F5344CB8AC3E}">
        <p14:creationId xmlns:p14="http://schemas.microsoft.com/office/powerpoint/2010/main" val="4256866895"/>
      </p:ext>
    </p:extLst>
  </p:cSld>
  <p:clrMapOvr>
    <a:masterClrMapping/>
  </p:clrMapOvr>
</p:sld>
</file>

<file path=ppt/slides/slide1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pic>
        <p:nvPicPr>
          <p:cNvPr id="2" name="Picture 1">
            <a:extLst>
              <a:ext uri="{FF2B5EF4-FFF2-40B4-BE49-F238E27FC236}">
                <a16:creationId xmlns:a16="http://schemas.microsoft.com/office/drawing/2014/main" id="{0D4A629D-F0B7-ECA6-BCC2-91B8124985B0}"/>
              </a:ext>
            </a:extLst>
          </p:cNvPr>
          <p:cNvPicPr>
            <a:picLocks noChangeAspect="1"/>
          </p:cNvPicPr>
          <p:nvPr/>
        </p:nvPicPr>
        <p:blipFill>
          <a:blip r:embed="rId2"/>
          <a:stretch>
            <a:fillRect/>
          </a:stretch>
        </p:blipFill>
        <p:spPr>
          <a:xfrm>
            <a:off x="474784" y="546693"/>
            <a:ext cx="5334000" cy="5543550"/>
          </a:xfrm>
          <a:prstGeom prst="rect">
            <a:avLst/>
          </a:prstGeom>
        </p:spPr>
      </p:pic>
      <p:pic>
        <p:nvPicPr>
          <p:cNvPr id="3" name="Picture 2">
            <a:extLst>
              <a:ext uri="{FF2B5EF4-FFF2-40B4-BE49-F238E27FC236}">
                <a16:creationId xmlns:a16="http://schemas.microsoft.com/office/drawing/2014/main" id="{FC6EBC0B-4EBC-0FD4-0C47-ED1D2C0CD77A}"/>
              </a:ext>
            </a:extLst>
          </p:cNvPr>
          <p:cNvPicPr>
            <a:picLocks noChangeAspect="1"/>
          </p:cNvPicPr>
          <p:nvPr/>
        </p:nvPicPr>
        <p:blipFill>
          <a:blip r:embed="rId3"/>
          <a:stretch>
            <a:fillRect/>
          </a:stretch>
        </p:blipFill>
        <p:spPr>
          <a:xfrm>
            <a:off x="6096000" y="476250"/>
            <a:ext cx="5686425" cy="5905500"/>
          </a:xfrm>
          <a:prstGeom prst="rect">
            <a:avLst/>
          </a:prstGeom>
        </p:spPr>
      </p:pic>
    </p:spTree>
    <p:extLst>
      <p:ext uri="{BB962C8B-B14F-4D97-AF65-F5344CB8AC3E}">
        <p14:creationId xmlns:p14="http://schemas.microsoft.com/office/powerpoint/2010/main" val="621130027"/>
      </p:ext>
    </p:extLst>
  </p:cSld>
  <p:clrMapOvr>
    <a:masterClrMapping/>
  </p:clrMapOvr>
</p:sld>
</file>

<file path=ppt/slides/slide1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pic>
        <p:nvPicPr>
          <p:cNvPr id="2" name="Picture 1">
            <a:extLst>
              <a:ext uri="{FF2B5EF4-FFF2-40B4-BE49-F238E27FC236}">
                <a16:creationId xmlns:a16="http://schemas.microsoft.com/office/drawing/2014/main" id="{D34A6939-1E41-73F3-2404-BB001C7C2638}"/>
              </a:ext>
            </a:extLst>
          </p:cNvPr>
          <p:cNvPicPr>
            <a:picLocks noChangeAspect="1"/>
          </p:cNvPicPr>
          <p:nvPr/>
        </p:nvPicPr>
        <p:blipFill>
          <a:blip r:embed="rId2"/>
          <a:stretch>
            <a:fillRect/>
          </a:stretch>
        </p:blipFill>
        <p:spPr>
          <a:xfrm>
            <a:off x="131958" y="452175"/>
            <a:ext cx="5964042" cy="6054133"/>
          </a:xfrm>
          <a:prstGeom prst="rect">
            <a:avLst/>
          </a:prstGeom>
        </p:spPr>
      </p:pic>
      <p:pic>
        <p:nvPicPr>
          <p:cNvPr id="3" name="Picture 2">
            <a:extLst>
              <a:ext uri="{FF2B5EF4-FFF2-40B4-BE49-F238E27FC236}">
                <a16:creationId xmlns:a16="http://schemas.microsoft.com/office/drawing/2014/main" id="{C315AB7B-BD8C-5BB5-702E-05DB37F7362F}"/>
              </a:ext>
            </a:extLst>
          </p:cNvPr>
          <p:cNvPicPr>
            <a:picLocks noChangeAspect="1"/>
          </p:cNvPicPr>
          <p:nvPr/>
        </p:nvPicPr>
        <p:blipFill>
          <a:blip r:embed="rId3"/>
          <a:stretch>
            <a:fillRect/>
          </a:stretch>
        </p:blipFill>
        <p:spPr>
          <a:xfrm>
            <a:off x="6186436" y="452175"/>
            <a:ext cx="6155741" cy="6305341"/>
          </a:xfrm>
          <a:prstGeom prst="rect">
            <a:avLst/>
          </a:prstGeom>
        </p:spPr>
      </p:pic>
    </p:spTree>
    <p:extLst>
      <p:ext uri="{BB962C8B-B14F-4D97-AF65-F5344CB8AC3E}">
        <p14:creationId xmlns:p14="http://schemas.microsoft.com/office/powerpoint/2010/main" val="71446731"/>
      </p:ext>
    </p:extLst>
  </p:cSld>
  <p:clrMapOvr>
    <a:masterClrMapping/>
  </p:clrMapOvr>
</p:sld>
</file>

<file path=ppt/slides/slide20.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E9B29CA8-6A20-BE27-645B-FE2F33C9F0B4}"/>
            </a:ext>
          </a:extLst>
        </p:cNvPr>
        <p:cNvGrpSpPr/>
        <p:nvPr/>
      </p:nvGrpSpPr>
      <p:grpSpPr>
        <a:xfrm>
          <a:off x="0" y="0"/>
          <a:ext cx="0" cy="0"/>
          <a:chOff x="0" y="0"/>
          <a:chExt cx="0" cy="0"/>
        </a:xfrm>
      </p:grpSpPr>
      <p:sp>
        <p:nvSpPr>
          <p:cNvPr id="2" name="Title 1">
            <a:extLst>
              <a:ext uri="{FF2B5EF4-FFF2-40B4-BE49-F238E27FC236}">
                <a16:creationId xmlns:a16="http://schemas.microsoft.com/office/drawing/2014/main" id="{339F5346-5443-163C-F958-71BAEE681E00}"/>
              </a:ext>
            </a:extLst>
          </p:cNvPr>
          <p:cNvSpPr>
            <a:spLocks noGrp="1"/>
          </p:cNvSpPr>
          <p:nvPr>
            <p:ph type="title"/>
          </p:nvPr>
        </p:nvSpPr>
        <p:spPr/>
        <p:txBody>
          <a:bodyPr/>
          <a:lstStyle/>
          <a:p>
            <a:r>
              <a:rPr lang="en-CH" dirty="0"/>
              <a:t>This Version: Parametric Variations</a:t>
            </a:r>
          </a:p>
        </p:txBody>
      </p:sp>
      <p:sp>
        <p:nvSpPr>
          <p:cNvPr id="4" name="Text Placeholder 3">
            <a:extLst>
              <a:ext uri="{FF2B5EF4-FFF2-40B4-BE49-F238E27FC236}">
                <a16:creationId xmlns:a16="http://schemas.microsoft.com/office/drawing/2014/main" id="{0D3523B4-DF9C-DBA0-A222-9675A3AA2A88}"/>
              </a:ext>
            </a:extLst>
          </p:cNvPr>
          <p:cNvSpPr>
            <a:spLocks noGrp="1"/>
          </p:cNvSpPr>
          <p:nvPr>
            <p:ph type="body" idx="1"/>
          </p:nvPr>
        </p:nvSpPr>
        <p:spPr/>
        <p:txBody>
          <a:bodyPr/>
          <a:lstStyle/>
          <a:p>
            <a:r>
              <a:rPr lang="en-CH" dirty="0"/>
              <a:t>Change-Detection</a:t>
            </a:r>
          </a:p>
        </p:txBody>
      </p:sp>
    </p:spTree>
    <p:extLst>
      <p:ext uri="{BB962C8B-B14F-4D97-AF65-F5344CB8AC3E}">
        <p14:creationId xmlns:p14="http://schemas.microsoft.com/office/powerpoint/2010/main" val="1110273455"/>
      </p:ext>
    </p:extLst>
  </p:cSld>
  <p:clrMapOvr>
    <a:masterClrMapping/>
  </p:clrMapOvr>
</p:sld>
</file>

<file path=ppt/slides/slide2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pic>
        <p:nvPicPr>
          <p:cNvPr id="2" name="Picture 1">
            <a:extLst>
              <a:ext uri="{FF2B5EF4-FFF2-40B4-BE49-F238E27FC236}">
                <a16:creationId xmlns:a16="http://schemas.microsoft.com/office/drawing/2014/main" id="{72362C24-193D-2504-C4E8-3D4E940B3132}"/>
              </a:ext>
            </a:extLst>
          </p:cNvPr>
          <p:cNvPicPr>
            <a:picLocks noChangeAspect="1"/>
          </p:cNvPicPr>
          <p:nvPr/>
        </p:nvPicPr>
        <p:blipFill>
          <a:blip r:embed="rId2"/>
          <a:stretch>
            <a:fillRect/>
          </a:stretch>
        </p:blipFill>
        <p:spPr>
          <a:xfrm>
            <a:off x="1138237" y="681037"/>
            <a:ext cx="9915525" cy="5495925"/>
          </a:xfrm>
          <a:prstGeom prst="rect">
            <a:avLst/>
          </a:prstGeom>
        </p:spPr>
      </p:pic>
    </p:spTree>
    <p:extLst>
      <p:ext uri="{BB962C8B-B14F-4D97-AF65-F5344CB8AC3E}">
        <p14:creationId xmlns:p14="http://schemas.microsoft.com/office/powerpoint/2010/main" val="2617121732"/>
      </p:ext>
    </p:extLst>
  </p:cSld>
  <p:clrMapOvr>
    <a:masterClrMapping/>
  </p:clrMapOvr>
</p:sld>
</file>

<file path=ppt/slides/slide2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pic>
        <p:nvPicPr>
          <p:cNvPr id="3" name="Picture 2">
            <a:extLst>
              <a:ext uri="{FF2B5EF4-FFF2-40B4-BE49-F238E27FC236}">
                <a16:creationId xmlns:a16="http://schemas.microsoft.com/office/drawing/2014/main" id="{E38B3B13-7D81-2313-E084-5B12D6590829}"/>
              </a:ext>
            </a:extLst>
          </p:cNvPr>
          <p:cNvPicPr>
            <a:picLocks noChangeAspect="1"/>
          </p:cNvPicPr>
          <p:nvPr/>
        </p:nvPicPr>
        <p:blipFill>
          <a:blip r:embed="rId2"/>
          <a:stretch>
            <a:fillRect/>
          </a:stretch>
        </p:blipFill>
        <p:spPr>
          <a:xfrm>
            <a:off x="92307" y="541564"/>
            <a:ext cx="6267343" cy="4770664"/>
          </a:xfrm>
          <a:prstGeom prst="rect">
            <a:avLst/>
          </a:prstGeom>
        </p:spPr>
      </p:pic>
      <p:pic>
        <p:nvPicPr>
          <p:cNvPr id="2" name="Picture 1">
            <a:extLst>
              <a:ext uri="{FF2B5EF4-FFF2-40B4-BE49-F238E27FC236}">
                <a16:creationId xmlns:a16="http://schemas.microsoft.com/office/drawing/2014/main" id="{3F62EEA3-276A-95DC-B82C-E96F15AABB8C}"/>
              </a:ext>
            </a:extLst>
          </p:cNvPr>
          <p:cNvPicPr>
            <a:picLocks noChangeAspect="1"/>
          </p:cNvPicPr>
          <p:nvPr/>
        </p:nvPicPr>
        <p:blipFill>
          <a:blip r:embed="rId3"/>
          <a:stretch>
            <a:fillRect/>
          </a:stretch>
        </p:blipFill>
        <p:spPr>
          <a:xfrm>
            <a:off x="5298138" y="1665514"/>
            <a:ext cx="6801555" cy="4996543"/>
          </a:xfrm>
          <a:prstGeom prst="rect">
            <a:avLst/>
          </a:prstGeom>
        </p:spPr>
      </p:pic>
      <p:sp>
        <p:nvSpPr>
          <p:cNvPr id="4" name="TextBox 3">
            <a:extLst>
              <a:ext uri="{FF2B5EF4-FFF2-40B4-BE49-F238E27FC236}">
                <a16:creationId xmlns:a16="http://schemas.microsoft.com/office/drawing/2014/main" id="{C5FF639E-FAFE-6E36-5A0B-49A928B84265}"/>
              </a:ext>
            </a:extLst>
          </p:cNvPr>
          <p:cNvSpPr txBox="1"/>
          <p:nvPr/>
        </p:nvSpPr>
        <p:spPr>
          <a:xfrm>
            <a:off x="375557" y="321129"/>
            <a:ext cx="995785" cy="369332"/>
          </a:xfrm>
          <a:prstGeom prst="rect">
            <a:avLst/>
          </a:prstGeom>
          <a:noFill/>
        </p:spPr>
        <p:txBody>
          <a:bodyPr wrap="none" rtlCol="0">
            <a:spAutoFit/>
          </a:bodyPr>
          <a:lstStyle/>
          <a:p>
            <a:r>
              <a:rPr lang="en-CH" dirty="0" err="1"/>
              <a:t>Setsize</a:t>
            </a:r>
            <a:r>
              <a:rPr lang="en-CH" dirty="0"/>
              <a:t> 6</a:t>
            </a:r>
          </a:p>
        </p:txBody>
      </p:sp>
      <p:sp>
        <p:nvSpPr>
          <p:cNvPr id="5" name="TextBox 4">
            <a:extLst>
              <a:ext uri="{FF2B5EF4-FFF2-40B4-BE49-F238E27FC236}">
                <a16:creationId xmlns:a16="http://schemas.microsoft.com/office/drawing/2014/main" id="{F4B4344D-2699-3AD6-957C-86164694749B}"/>
              </a:ext>
            </a:extLst>
          </p:cNvPr>
          <p:cNvSpPr txBox="1"/>
          <p:nvPr/>
        </p:nvSpPr>
        <p:spPr>
          <a:xfrm>
            <a:off x="6166757" y="1361106"/>
            <a:ext cx="4201150" cy="369332"/>
          </a:xfrm>
          <a:prstGeom prst="rect">
            <a:avLst/>
          </a:prstGeom>
          <a:noFill/>
        </p:spPr>
        <p:txBody>
          <a:bodyPr wrap="none" rtlCol="0">
            <a:spAutoFit/>
          </a:bodyPr>
          <a:lstStyle/>
          <a:p>
            <a:r>
              <a:rPr lang="en-CH" dirty="0" err="1"/>
              <a:t>Setsize</a:t>
            </a:r>
            <a:r>
              <a:rPr lang="en-CH" dirty="0"/>
              <a:t> 3 (and a bit later set of parameters)</a:t>
            </a:r>
          </a:p>
        </p:txBody>
      </p:sp>
    </p:spTree>
    <p:extLst>
      <p:ext uri="{BB962C8B-B14F-4D97-AF65-F5344CB8AC3E}">
        <p14:creationId xmlns:p14="http://schemas.microsoft.com/office/powerpoint/2010/main" val="1152537487"/>
      </p:ext>
    </p:extLst>
  </p:cSld>
  <p:clrMapOvr>
    <a:masterClrMapping/>
  </p:clrMapOvr>
</p:sld>
</file>

<file path=ppt/slides/slide2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pic>
        <p:nvPicPr>
          <p:cNvPr id="2" name="Picture 1">
            <a:extLst>
              <a:ext uri="{FF2B5EF4-FFF2-40B4-BE49-F238E27FC236}">
                <a16:creationId xmlns:a16="http://schemas.microsoft.com/office/drawing/2014/main" id="{299276CB-D718-7573-B3A2-1C2B55B9EF47}"/>
              </a:ext>
            </a:extLst>
          </p:cNvPr>
          <p:cNvPicPr>
            <a:picLocks noChangeAspect="1"/>
          </p:cNvPicPr>
          <p:nvPr/>
        </p:nvPicPr>
        <p:blipFill>
          <a:blip r:embed="rId2"/>
          <a:stretch>
            <a:fillRect/>
          </a:stretch>
        </p:blipFill>
        <p:spPr>
          <a:xfrm>
            <a:off x="876300" y="176212"/>
            <a:ext cx="10439400" cy="6505575"/>
          </a:xfrm>
          <a:prstGeom prst="rect">
            <a:avLst/>
          </a:prstGeom>
        </p:spPr>
      </p:pic>
    </p:spTree>
    <p:extLst>
      <p:ext uri="{BB962C8B-B14F-4D97-AF65-F5344CB8AC3E}">
        <p14:creationId xmlns:p14="http://schemas.microsoft.com/office/powerpoint/2010/main" val="2183054014"/>
      </p:ext>
    </p:extLst>
  </p:cSld>
  <p:clrMapOvr>
    <a:masterClrMapping/>
  </p:clrMapOvr>
</p:sld>
</file>

<file path=ppt/slides/slide2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pic>
        <p:nvPicPr>
          <p:cNvPr id="2" name="Picture 1">
            <a:extLst>
              <a:ext uri="{FF2B5EF4-FFF2-40B4-BE49-F238E27FC236}">
                <a16:creationId xmlns:a16="http://schemas.microsoft.com/office/drawing/2014/main" id="{27025F4B-7FF5-312D-ADEB-0773AF469DC2}"/>
              </a:ext>
            </a:extLst>
          </p:cNvPr>
          <p:cNvPicPr>
            <a:picLocks noChangeAspect="1"/>
          </p:cNvPicPr>
          <p:nvPr/>
        </p:nvPicPr>
        <p:blipFill>
          <a:blip r:embed="rId2"/>
          <a:stretch>
            <a:fillRect/>
          </a:stretch>
        </p:blipFill>
        <p:spPr>
          <a:xfrm>
            <a:off x="1995487" y="557212"/>
            <a:ext cx="8201025" cy="5743575"/>
          </a:xfrm>
          <a:prstGeom prst="rect">
            <a:avLst/>
          </a:prstGeom>
        </p:spPr>
      </p:pic>
    </p:spTree>
    <p:extLst>
      <p:ext uri="{BB962C8B-B14F-4D97-AF65-F5344CB8AC3E}">
        <p14:creationId xmlns:p14="http://schemas.microsoft.com/office/powerpoint/2010/main" val="3931045910"/>
      </p:ext>
    </p:extLst>
  </p:cSld>
  <p:clrMapOvr>
    <a:masterClrMapping/>
  </p:clrMapOvr>
</p:sld>
</file>

<file path=ppt/slides/slide2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pic>
        <p:nvPicPr>
          <p:cNvPr id="2" name="Picture 1">
            <a:extLst>
              <a:ext uri="{FF2B5EF4-FFF2-40B4-BE49-F238E27FC236}">
                <a16:creationId xmlns:a16="http://schemas.microsoft.com/office/drawing/2014/main" id="{CE8E2F6C-A24C-DC9E-B828-4E6D310E2806}"/>
              </a:ext>
            </a:extLst>
          </p:cNvPr>
          <p:cNvPicPr>
            <a:picLocks noChangeAspect="1"/>
          </p:cNvPicPr>
          <p:nvPr/>
        </p:nvPicPr>
        <p:blipFill>
          <a:blip r:embed="rId2"/>
          <a:stretch>
            <a:fillRect/>
          </a:stretch>
        </p:blipFill>
        <p:spPr>
          <a:xfrm>
            <a:off x="1262062" y="790575"/>
            <a:ext cx="9667875" cy="5276850"/>
          </a:xfrm>
          <a:prstGeom prst="rect">
            <a:avLst/>
          </a:prstGeom>
        </p:spPr>
      </p:pic>
    </p:spTree>
    <p:extLst>
      <p:ext uri="{BB962C8B-B14F-4D97-AF65-F5344CB8AC3E}">
        <p14:creationId xmlns:p14="http://schemas.microsoft.com/office/powerpoint/2010/main" val="3983588950"/>
      </p:ext>
    </p:extLst>
  </p:cSld>
  <p:clrMapOvr>
    <a:masterClrMapping/>
  </p:clrMapOvr>
</p:sld>
</file>

<file path=ppt/slides/slide2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pic>
        <p:nvPicPr>
          <p:cNvPr id="2" name="Picture 1">
            <a:extLst>
              <a:ext uri="{FF2B5EF4-FFF2-40B4-BE49-F238E27FC236}">
                <a16:creationId xmlns:a16="http://schemas.microsoft.com/office/drawing/2014/main" id="{42335162-2DEB-EE6C-5333-54501F4561E0}"/>
              </a:ext>
            </a:extLst>
          </p:cNvPr>
          <p:cNvPicPr>
            <a:picLocks noChangeAspect="1"/>
          </p:cNvPicPr>
          <p:nvPr/>
        </p:nvPicPr>
        <p:blipFill>
          <a:blip r:embed="rId2"/>
          <a:stretch>
            <a:fillRect/>
          </a:stretch>
        </p:blipFill>
        <p:spPr>
          <a:xfrm>
            <a:off x="2676525" y="847725"/>
            <a:ext cx="6838950" cy="5162550"/>
          </a:xfrm>
          <a:prstGeom prst="rect">
            <a:avLst/>
          </a:prstGeom>
        </p:spPr>
      </p:pic>
    </p:spTree>
    <p:extLst>
      <p:ext uri="{BB962C8B-B14F-4D97-AF65-F5344CB8AC3E}">
        <p14:creationId xmlns:p14="http://schemas.microsoft.com/office/powerpoint/2010/main" val="2921934778"/>
      </p:ext>
    </p:extLst>
  </p:cSld>
  <p:clrMapOvr>
    <a:masterClrMapping/>
  </p:clrMapOvr>
</p:sld>
</file>

<file path=ppt/slides/slide2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pic>
        <p:nvPicPr>
          <p:cNvPr id="2" name="Picture 1">
            <a:extLst>
              <a:ext uri="{FF2B5EF4-FFF2-40B4-BE49-F238E27FC236}">
                <a16:creationId xmlns:a16="http://schemas.microsoft.com/office/drawing/2014/main" id="{8126F548-D4D0-8E61-CD5F-21A48CF3F1E8}"/>
              </a:ext>
            </a:extLst>
          </p:cNvPr>
          <p:cNvPicPr>
            <a:picLocks noChangeAspect="1"/>
          </p:cNvPicPr>
          <p:nvPr/>
        </p:nvPicPr>
        <p:blipFill>
          <a:blip r:embed="rId2"/>
          <a:stretch>
            <a:fillRect/>
          </a:stretch>
        </p:blipFill>
        <p:spPr>
          <a:xfrm>
            <a:off x="2881312" y="885825"/>
            <a:ext cx="6429375" cy="5086350"/>
          </a:xfrm>
          <a:prstGeom prst="rect">
            <a:avLst/>
          </a:prstGeom>
        </p:spPr>
      </p:pic>
    </p:spTree>
    <p:extLst>
      <p:ext uri="{BB962C8B-B14F-4D97-AF65-F5344CB8AC3E}">
        <p14:creationId xmlns:p14="http://schemas.microsoft.com/office/powerpoint/2010/main" val="2836837825"/>
      </p:ext>
    </p:extLst>
  </p:cSld>
  <p:clrMapOvr>
    <a:masterClrMapping/>
  </p:clrMapOvr>
</p:sld>
</file>

<file path=ppt/slides/slide2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pic>
        <p:nvPicPr>
          <p:cNvPr id="2" name="Picture 1">
            <a:extLst>
              <a:ext uri="{FF2B5EF4-FFF2-40B4-BE49-F238E27FC236}">
                <a16:creationId xmlns:a16="http://schemas.microsoft.com/office/drawing/2014/main" id="{8C5C3091-FD48-63F9-D783-FFF175AEC79F}"/>
              </a:ext>
            </a:extLst>
          </p:cNvPr>
          <p:cNvPicPr>
            <a:picLocks noChangeAspect="1"/>
          </p:cNvPicPr>
          <p:nvPr/>
        </p:nvPicPr>
        <p:blipFill>
          <a:blip r:embed="rId2"/>
          <a:stretch>
            <a:fillRect/>
          </a:stretch>
        </p:blipFill>
        <p:spPr>
          <a:xfrm>
            <a:off x="1357133" y="831595"/>
            <a:ext cx="8892110" cy="5194810"/>
          </a:xfrm>
          <a:prstGeom prst="rect">
            <a:avLst/>
          </a:prstGeom>
        </p:spPr>
      </p:pic>
    </p:spTree>
    <p:extLst>
      <p:ext uri="{BB962C8B-B14F-4D97-AF65-F5344CB8AC3E}">
        <p14:creationId xmlns:p14="http://schemas.microsoft.com/office/powerpoint/2010/main" val="1003033843"/>
      </p:ext>
    </p:extLst>
  </p:cSld>
  <p:clrMapOvr>
    <a:masterClrMapping/>
  </p:clrMapOvr>
</p:sld>
</file>

<file path=ppt/slides/slide2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pic>
        <p:nvPicPr>
          <p:cNvPr id="2" name="Picture 1">
            <a:extLst>
              <a:ext uri="{FF2B5EF4-FFF2-40B4-BE49-F238E27FC236}">
                <a16:creationId xmlns:a16="http://schemas.microsoft.com/office/drawing/2014/main" id="{929FF7AB-26C8-3437-6867-725D86E00D24}"/>
              </a:ext>
            </a:extLst>
          </p:cNvPr>
          <p:cNvPicPr>
            <a:picLocks noChangeAspect="1"/>
          </p:cNvPicPr>
          <p:nvPr/>
        </p:nvPicPr>
        <p:blipFill>
          <a:blip r:embed="rId2"/>
          <a:stretch>
            <a:fillRect/>
          </a:stretch>
        </p:blipFill>
        <p:spPr>
          <a:xfrm>
            <a:off x="0" y="170173"/>
            <a:ext cx="12192000" cy="6517654"/>
          </a:xfrm>
          <a:prstGeom prst="rect">
            <a:avLst/>
          </a:prstGeom>
        </p:spPr>
      </p:pic>
    </p:spTree>
    <p:extLst>
      <p:ext uri="{BB962C8B-B14F-4D97-AF65-F5344CB8AC3E}">
        <p14:creationId xmlns:p14="http://schemas.microsoft.com/office/powerpoint/2010/main" val="193198697"/>
      </p:ext>
    </p:extLst>
  </p:cSld>
  <p:clrMapOvr>
    <a:masterClrMapping/>
  </p:clrMapOvr>
</p:sld>
</file>

<file path=ppt/slides/slide3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pic>
        <p:nvPicPr>
          <p:cNvPr id="2" name="Picture 1">
            <a:extLst>
              <a:ext uri="{FF2B5EF4-FFF2-40B4-BE49-F238E27FC236}">
                <a16:creationId xmlns:a16="http://schemas.microsoft.com/office/drawing/2014/main" id="{F4A46384-64EB-F852-024F-9C23C4BCF885}"/>
              </a:ext>
            </a:extLst>
          </p:cNvPr>
          <p:cNvPicPr>
            <a:picLocks noChangeAspect="1"/>
          </p:cNvPicPr>
          <p:nvPr/>
        </p:nvPicPr>
        <p:blipFill>
          <a:blip r:embed="rId2"/>
          <a:stretch>
            <a:fillRect/>
          </a:stretch>
        </p:blipFill>
        <p:spPr>
          <a:xfrm>
            <a:off x="1554988" y="0"/>
            <a:ext cx="9082023" cy="6858000"/>
          </a:xfrm>
          <a:prstGeom prst="rect">
            <a:avLst/>
          </a:prstGeom>
        </p:spPr>
      </p:pic>
    </p:spTree>
    <p:extLst>
      <p:ext uri="{BB962C8B-B14F-4D97-AF65-F5344CB8AC3E}">
        <p14:creationId xmlns:p14="http://schemas.microsoft.com/office/powerpoint/2010/main" val="356129017"/>
      </p:ext>
    </p:extLst>
  </p:cSld>
  <p:clrMapOvr>
    <a:masterClrMapping/>
  </p:clrMapOvr>
</p:sld>
</file>

<file path=ppt/slides/slide3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pic>
        <p:nvPicPr>
          <p:cNvPr id="2" name="Picture 1">
            <a:extLst>
              <a:ext uri="{FF2B5EF4-FFF2-40B4-BE49-F238E27FC236}">
                <a16:creationId xmlns:a16="http://schemas.microsoft.com/office/drawing/2014/main" id="{0AC774D1-674D-60C1-ACDA-3B5EA0FAD555}"/>
              </a:ext>
            </a:extLst>
          </p:cNvPr>
          <p:cNvPicPr>
            <a:picLocks noChangeAspect="1"/>
          </p:cNvPicPr>
          <p:nvPr/>
        </p:nvPicPr>
        <p:blipFill>
          <a:blip r:embed="rId2"/>
          <a:stretch>
            <a:fillRect/>
          </a:stretch>
        </p:blipFill>
        <p:spPr>
          <a:xfrm>
            <a:off x="1571835" y="0"/>
            <a:ext cx="9048330" cy="6858000"/>
          </a:xfrm>
          <a:prstGeom prst="rect">
            <a:avLst/>
          </a:prstGeom>
        </p:spPr>
      </p:pic>
    </p:spTree>
    <p:extLst>
      <p:ext uri="{BB962C8B-B14F-4D97-AF65-F5344CB8AC3E}">
        <p14:creationId xmlns:p14="http://schemas.microsoft.com/office/powerpoint/2010/main" val="276839536"/>
      </p:ext>
    </p:extLst>
  </p:cSld>
  <p:clrMapOvr>
    <a:masterClrMapping/>
  </p:clrMapOvr>
</p:sld>
</file>

<file path=ppt/slides/slide3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pic>
        <p:nvPicPr>
          <p:cNvPr id="2" name="Picture 1">
            <a:extLst>
              <a:ext uri="{FF2B5EF4-FFF2-40B4-BE49-F238E27FC236}">
                <a16:creationId xmlns:a16="http://schemas.microsoft.com/office/drawing/2014/main" id="{0811B9A7-7285-DDB9-E4D3-7A0DBDAC8F08}"/>
              </a:ext>
            </a:extLst>
          </p:cNvPr>
          <p:cNvPicPr>
            <a:picLocks noChangeAspect="1"/>
          </p:cNvPicPr>
          <p:nvPr/>
        </p:nvPicPr>
        <p:blipFill>
          <a:blip r:embed="rId2"/>
          <a:stretch>
            <a:fillRect/>
          </a:stretch>
        </p:blipFill>
        <p:spPr>
          <a:xfrm>
            <a:off x="0" y="350033"/>
            <a:ext cx="12192000" cy="6157933"/>
          </a:xfrm>
          <a:prstGeom prst="rect">
            <a:avLst/>
          </a:prstGeom>
        </p:spPr>
      </p:pic>
    </p:spTree>
    <p:extLst>
      <p:ext uri="{BB962C8B-B14F-4D97-AF65-F5344CB8AC3E}">
        <p14:creationId xmlns:p14="http://schemas.microsoft.com/office/powerpoint/2010/main" val="3775740847"/>
      </p:ext>
    </p:extLst>
  </p:cSld>
  <p:clrMapOvr>
    <a:masterClrMapping/>
  </p:clrMapOvr>
</p:sld>
</file>

<file path=ppt/slides/slide33.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759F4AEE-AF92-58A7-22AA-4E7BA06D50A0}"/>
            </a:ext>
          </a:extLst>
        </p:cNvPr>
        <p:cNvGrpSpPr/>
        <p:nvPr/>
      </p:nvGrpSpPr>
      <p:grpSpPr>
        <a:xfrm>
          <a:off x="0" y="0"/>
          <a:ext cx="0" cy="0"/>
          <a:chOff x="0" y="0"/>
          <a:chExt cx="0" cy="0"/>
        </a:xfrm>
      </p:grpSpPr>
      <p:sp>
        <p:nvSpPr>
          <p:cNvPr id="2" name="Title 1">
            <a:extLst>
              <a:ext uri="{FF2B5EF4-FFF2-40B4-BE49-F238E27FC236}">
                <a16:creationId xmlns:a16="http://schemas.microsoft.com/office/drawing/2014/main" id="{64520DC5-FFEC-C8BF-D98D-E4C73B01B2F6}"/>
              </a:ext>
            </a:extLst>
          </p:cNvPr>
          <p:cNvSpPr>
            <a:spLocks noGrp="1"/>
          </p:cNvSpPr>
          <p:nvPr>
            <p:ph type="title"/>
          </p:nvPr>
        </p:nvSpPr>
        <p:spPr/>
        <p:txBody>
          <a:bodyPr/>
          <a:lstStyle/>
          <a:p>
            <a:r>
              <a:rPr lang="en-CH" dirty="0"/>
              <a:t>This Version: Experiments</a:t>
            </a:r>
          </a:p>
        </p:txBody>
      </p:sp>
      <p:sp>
        <p:nvSpPr>
          <p:cNvPr id="4" name="Text Placeholder 3">
            <a:extLst>
              <a:ext uri="{FF2B5EF4-FFF2-40B4-BE49-F238E27FC236}">
                <a16:creationId xmlns:a16="http://schemas.microsoft.com/office/drawing/2014/main" id="{70DA80B1-C6CC-2B78-8E67-3AA235263AF7}"/>
              </a:ext>
            </a:extLst>
          </p:cNvPr>
          <p:cNvSpPr>
            <a:spLocks noGrp="1"/>
          </p:cNvSpPr>
          <p:nvPr>
            <p:ph type="body" idx="1"/>
          </p:nvPr>
        </p:nvSpPr>
        <p:spPr/>
        <p:txBody>
          <a:bodyPr/>
          <a:lstStyle/>
          <a:p>
            <a:endParaRPr lang="en-CH"/>
          </a:p>
        </p:txBody>
      </p:sp>
    </p:spTree>
    <p:extLst>
      <p:ext uri="{BB962C8B-B14F-4D97-AF65-F5344CB8AC3E}">
        <p14:creationId xmlns:p14="http://schemas.microsoft.com/office/powerpoint/2010/main" val="3768253571"/>
      </p:ext>
    </p:extLst>
  </p:cSld>
  <p:clrMapOvr>
    <a:masterClrMapping/>
  </p:clrMapOvr>
</p:sld>
</file>

<file path=ppt/slides/slide3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TextBox 2">
            <a:extLst>
              <a:ext uri="{FF2B5EF4-FFF2-40B4-BE49-F238E27FC236}">
                <a16:creationId xmlns:a16="http://schemas.microsoft.com/office/drawing/2014/main" id="{7EDC8455-4293-4D4A-83AA-1AE022308CA5}"/>
              </a:ext>
            </a:extLst>
          </p:cNvPr>
          <p:cNvSpPr txBox="1"/>
          <p:nvPr/>
        </p:nvSpPr>
        <p:spPr>
          <a:xfrm>
            <a:off x="343949" y="503339"/>
            <a:ext cx="1249316" cy="369332"/>
          </a:xfrm>
          <a:prstGeom prst="rect">
            <a:avLst/>
          </a:prstGeom>
          <a:noFill/>
        </p:spPr>
        <p:txBody>
          <a:bodyPr wrap="none" rtlCol="0">
            <a:spAutoFit/>
          </a:bodyPr>
          <a:lstStyle/>
          <a:p>
            <a:r>
              <a:rPr lang="en-CH" dirty="0"/>
              <a:t>Parameters</a:t>
            </a:r>
          </a:p>
        </p:txBody>
      </p:sp>
      <p:pic>
        <p:nvPicPr>
          <p:cNvPr id="4" name="Picture 3">
            <a:extLst>
              <a:ext uri="{FF2B5EF4-FFF2-40B4-BE49-F238E27FC236}">
                <a16:creationId xmlns:a16="http://schemas.microsoft.com/office/drawing/2014/main" id="{6AEC1D42-97E8-FFB9-C055-95125D5A5B9A}"/>
              </a:ext>
            </a:extLst>
          </p:cNvPr>
          <p:cNvPicPr>
            <a:picLocks noChangeAspect="1"/>
          </p:cNvPicPr>
          <p:nvPr/>
        </p:nvPicPr>
        <p:blipFill>
          <a:blip r:embed="rId2"/>
          <a:stretch>
            <a:fillRect/>
          </a:stretch>
        </p:blipFill>
        <p:spPr>
          <a:xfrm>
            <a:off x="2991141" y="0"/>
            <a:ext cx="6296804" cy="6858000"/>
          </a:xfrm>
          <a:prstGeom prst="rect">
            <a:avLst/>
          </a:prstGeom>
        </p:spPr>
      </p:pic>
    </p:spTree>
    <p:extLst>
      <p:ext uri="{BB962C8B-B14F-4D97-AF65-F5344CB8AC3E}">
        <p14:creationId xmlns:p14="http://schemas.microsoft.com/office/powerpoint/2010/main" val="2842919571"/>
      </p:ext>
    </p:extLst>
  </p:cSld>
  <p:clrMapOvr>
    <a:masterClrMapping/>
  </p:clrMapOvr>
</p:sld>
</file>

<file path=ppt/slides/slide3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4" name="TextBox 3">
            <a:extLst>
              <a:ext uri="{FF2B5EF4-FFF2-40B4-BE49-F238E27FC236}">
                <a16:creationId xmlns:a16="http://schemas.microsoft.com/office/drawing/2014/main" id="{173F5132-835C-4802-B200-74D97640FDE7}"/>
              </a:ext>
            </a:extLst>
          </p:cNvPr>
          <p:cNvSpPr txBox="1"/>
          <p:nvPr/>
        </p:nvSpPr>
        <p:spPr>
          <a:xfrm>
            <a:off x="571500" y="808892"/>
            <a:ext cx="2650726" cy="369332"/>
          </a:xfrm>
          <a:prstGeom prst="rect">
            <a:avLst/>
          </a:prstGeom>
          <a:noFill/>
        </p:spPr>
        <p:txBody>
          <a:bodyPr wrap="none" rtlCol="0">
            <a:spAutoFit/>
          </a:bodyPr>
          <a:lstStyle/>
          <a:p>
            <a:r>
              <a:rPr lang="en-US" dirty="0"/>
              <a:t>1. Sequential Presentation</a:t>
            </a:r>
          </a:p>
        </p:txBody>
      </p:sp>
    </p:spTree>
    <p:extLst>
      <p:ext uri="{BB962C8B-B14F-4D97-AF65-F5344CB8AC3E}">
        <p14:creationId xmlns:p14="http://schemas.microsoft.com/office/powerpoint/2010/main" val="97595010"/>
      </p:ext>
    </p:extLst>
  </p:cSld>
  <p:clrMapOvr>
    <a:masterClrMapping/>
  </p:clrMapOvr>
</p:sld>
</file>

<file path=ppt/slides/slide3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Tree>
    <p:extLst>
      <p:ext uri="{BB962C8B-B14F-4D97-AF65-F5344CB8AC3E}">
        <p14:creationId xmlns:p14="http://schemas.microsoft.com/office/powerpoint/2010/main" val="3535493891"/>
      </p:ext>
    </p:extLst>
  </p:cSld>
  <p:clrMapOvr>
    <a:masterClrMapping/>
  </p:clrMapOvr>
</p:sld>
</file>

<file path=ppt/slides/slide3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pic>
        <p:nvPicPr>
          <p:cNvPr id="2" name="Picture 1">
            <a:extLst>
              <a:ext uri="{FF2B5EF4-FFF2-40B4-BE49-F238E27FC236}">
                <a16:creationId xmlns:a16="http://schemas.microsoft.com/office/drawing/2014/main" id="{CCA0ABF7-CE63-BFEF-5719-4B710204E8A2}"/>
              </a:ext>
            </a:extLst>
          </p:cNvPr>
          <p:cNvPicPr>
            <a:picLocks noChangeAspect="1"/>
          </p:cNvPicPr>
          <p:nvPr/>
        </p:nvPicPr>
        <p:blipFill>
          <a:blip r:embed="rId2"/>
          <a:stretch>
            <a:fillRect/>
          </a:stretch>
        </p:blipFill>
        <p:spPr>
          <a:xfrm>
            <a:off x="437503" y="1101061"/>
            <a:ext cx="5848350" cy="5153025"/>
          </a:xfrm>
          <a:prstGeom prst="rect">
            <a:avLst/>
          </a:prstGeom>
        </p:spPr>
      </p:pic>
      <p:pic>
        <p:nvPicPr>
          <p:cNvPr id="3" name="Picture 2">
            <a:extLst>
              <a:ext uri="{FF2B5EF4-FFF2-40B4-BE49-F238E27FC236}">
                <a16:creationId xmlns:a16="http://schemas.microsoft.com/office/drawing/2014/main" id="{B948BD1B-9D2C-B24E-5DC7-F53506BA1D81}"/>
              </a:ext>
            </a:extLst>
          </p:cNvPr>
          <p:cNvPicPr>
            <a:picLocks noChangeAspect="1"/>
          </p:cNvPicPr>
          <p:nvPr/>
        </p:nvPicPr>
        <p:blipFill>
          <a:blip r:embed="rId3"/>
          <a:stretch>
            <a:fillRect/>
          </a:stretch>
        </p:blipFill>
        <p:spPr>
          <a:xfrm>
            <a:off x="6181909" y="1101060"/>
            <a:ext cx="5848349" cy="5153091"/>
          </a:xfrm>
          <a:prstGeom prst="rect">
            <a:avLst/>
          </a:prstGeom>
        </p:spPr>
      </p:pic>
    </p:spTree>
    <p:extLst>
      <p:ext uri="{BB962C8B-B14F-4D97-AF65-F5344CB8AC3E}">
        <p14:creationId xmlns:p14="http://schemas.microsoft.com/office/powerpoint/2010/main" val="496106072"/>
      </p:ext>
    </p:extLst>
  </p:cSld>
  <p:clrMapOvr>
    <a:masterClrMapping/>
  </p:clrMapOvr>
</p:sld>
</file>

<file path=ppt/slides/slide3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pic>
        <p:nvPicPr>
          <p:cNvPr id="2" name="Picture 1">
            <a:extLst>
              <a:ext uri="{FF2B5EF4-FFF2-40B4-BE49-F238E27FC236}">
                <a16:creationId xmlns:a16="http://schemas.microsoft.com/office/drawing/2014/main" id="{910DD5DD-AE33-6B6A-AAB1-8DBCBC3216CB}"/>
              </a:ext>
            </a:extLst>
          </p:cNvPr>
          <p:cNvPicPr>
            <a:picLocks noChangeAspect="1"/>
          </p:cNvPicPr>
          <p:nvPr/>
        </p:nvPicPr>
        <p:blipFill>
          <a:blip r:embed="rId2"/>
          <a:stretch>
            <a:fillRect/>
          </a:stretch>
        </p:blipFill>
        <p:spPr>
          <a:xfrm>
            <a:off x="574505" y="1195387"/>
            <a:ext cx="5343525" cy="4467225"/>
          </a:xfrm>
          <a:prstGeom prst="rect">
            <a:avLst/>
          </a:prstGeom>
        </p:spPr>
      </p:pic>
    </p:spTree>
    <p:extLst>
      <p:ext uri="{BB962C8B-B14F-4D97-AF65-F5344CB8AC3E}">
        <p14:creationId xmlns:p14="http://schemas.microsoft.com/office/powerpoint/2010/main" val="3795320934"/>
      </p:ext>
    </p:extLst>
  </p:cSld>
  <p:clrMapOvr>
    <a:masterClrMapping/>
  </p:clrMapOvr>
</p:sld>
</file>

<file path=ppt/slides/slide3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pic>
        <p:nvPicPr>
          <p:cNvPr id="2" name="Picture 1">
            <a:extLst>
              <a:ext uri="{FF2B5EF4-FFF2-40B4-BE49-F238E27FC236}">
                <a16:creationId xmlns:a16="http://schemas.microsoft.com/office/drawing/2014/main" id="{2837D3F3-7DC8-8648-B796-C877A7210D58}"/>
              </a:ext>
            </a:extLst>
          </p:cNvPr>
          <p:cNvPicPr>
            <a:picLocks noChangeAspect="1"/>
          </p:cNvPicPr>
          <p:nvPr/>
        </p:nvPicPr>
        <p:blipFill>
          <a:blip r:embed="rId2"/>
          <a:stretch>
            <a:fillRect/>
          </a:stretch>
        </p:blipFill>
        <p:spPr>
          <a:xfrm>
            <a:off x="5408166" y="451375"/>
            <a:ext cx="6134100" cy="6115050"/>
          </a:xfrm>
          <a:prstGeom prst="rect">
            <a:avLst/>
          </a:prstGeom>
        </p:spPr>
      </p:pic>
      <p:pic>
        <p:nvPicPr>
          <p:cNvPr id="3" name="Picture 2">
            <a:extLst>
              <a:ext uri="{FF2B5EF4-FFF2-40B4-BE49-F238E27FC236}">
                <a16:creationId xmlns:a16="http://schemas.microsoft.com/office/drawing/2014/main" id="{7A925017-B12D-7AB0-EC40-BA2220AF5EF1}"/>
              </a:ext>
            </a:extLst>
          </p:cNvPr>
          <p:cNvPicPr>
            <a:picLocks noChangeAspect="1"/>
          </p:cNvPicPr>
          <p:nvPr/>
        </p:nvPicPr>
        <p:blipFill>
          <a:blip r:embed="rId3"/>
          <a:stretch>
            <a:fillRect/>
          </a:stretch>
        </p:blipFill>
        <p:spPr>
          <a:xfrm>
            <a:off x="228279" y="1257300"/>
            <a:ext cx="5334000" cy="4343400"/>
          </a:xfrm>
          <a:prstGeom prst="rect">
            <a:avLst/>
          </a:prstGeom>
        </p:spPr>
      </p:pic>
    </p:spTree>
    <p:extLst>
      <p:ext uri="{BB962C8B-B14F-4D97-AF65-F5344CB8AC3E}">
        <p14:creationId xmlns:p14="http://schemas.microsoft.com/office/powerpoint/2010/main" val="367269567"/>
      </p:ext>
    </p:extLst>
  </p:cSld>
  <p:clrMapOvr>
    <a:masterClrMapping/>
  </p:clrMapOvr>
</p:sld>
</file>

<file path=ppt/slides/slide4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TextBox 2">
            <a:extLst>
              <a:ext uri="{FF2B5EF4-FFF2-40B4-BE49-F238E27FC236}">
                <a16:creationId xmlns:a16="http://schemas.microsoft.com/office/drawing/2014/main" id="{01CE115C-DB5D-C2CE-13A5-9552C4EE2915}"/>
              </a:ext>
            </a:extLst>
          </p:cNvPr>
          <p:cNvSpPr txBox="1"/>
          <p:nvPr/>
        </p:nvSpPr>
        <p:spPr>
          <a:xfrm>
            <a:off x="793630" y="1000663"/>
            <a:ext cx="1518249" cy="923330"/>
          </a:xfrm>
          <a:prstGeom prst="rect">
            <a:avLst/>
          </a:prstGeom>
          <a:noFill/>
        </p:spPr>
        <p:txBody>
          <a:bodyPr wrap="square" rtlCol="0">
            <a:spAutoFit/>
          </a:bodyPr>
          <a:lstStyle/>
          <a:p>
            <a:r>
              <a:rPr lang="en-CH" dirty="0"/>
              <a:t>Simultaneous presentation, retro-cue</a:t>
            </a:r>
          </a:p>
        </p:txBody>
      </p:sp>
      <p:pic>
        <p:nvPicPr>
          <p:cNvPr id="4" name="Picture 3">
            <a:extLst>
              <a:ext uri="{FF2B5EF4-FFF2-40B4-BE49-F238E27FC236}">
                <a16:creationId xmlns:a16="http://schemas.microsoft.com/office/drawing/2014/main" id="{77F011AE-8017-3DD0-A1C6-1C10F7E36238}"/>
              </a:ext>
            </a:extLst>
          </p:cNvPr>
          <p:cNvPicPr>
            <a:picLocks noChangeAspect="1"/>
          </p:cNvPicPr>
          <p:nvPr/>
        </p:nvPicPr>
        <p:blipFill>
          <a:blip r:embed="rId2"/>
          <a:stretch>
            <a:fillRect/>
          </a:stretch>
        </p:blipFill>
        <p:spPr>
          <a:xfrm>
            <a:off x="3208847" y="383874"/>
            <a:ext cx="7083636" cy="5965167"/>
          </a:xfrm>
          <a:prstGeom prst="rect">
            <a:avLst/>
          </a:prstGeom>
        </p:spPr>
      </p:pic>
    </p:spTree>
    <p:extLst>
      <p:ext uri="{BB962C8B-B14F-4D97-AF65-F5344CB8AC3E}">
        <p14:creationId xmlns:p14="http://schemas.microsoft.com/office/powerpoint/2010/main" val="3038336267"/>
      </p:ext>
    </p:extLst>
  </p:cSld>
  <p:clrMapOvr>
    <a:masterClrMapping/>
  </p:clrMapOvr>
</p:sld>
</file>

<file path=ppt/slides/slide4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pic>
        <p:nvPicPr>
          <p:cNvPr id="2" name="Picture 1">
            <a:extLst>
              <a:ext uri="{FF2B5EF4-FFF2-40B4-BE49-F238E27FC236}">
                <a16:creationId xmlns:a16="http://schemas.microsoft.com/office/drawing/2014/main" id="{A6DDEF0F-E4B9-765E-5013-8B40D8A96C5C}"/>
              </a:ext>
            </a:extLst>
          </p:cNvPr>
          <p:cNvPicPr>
            <a:picLocks noChangeAspect="1"/>
          </p:cNvPicPr>
          <p:nvPr/>
        </p:nvPicPr>
        <p:blipFill>
          <a:blip r:embed="rId2"/>
          <a:stretch>
            <a:fillRect/>
          </a:stretch>
        </p:blipFill>
        <p:spPr>
          <a:xfrm>
            <a:off x="319087" y="361950"/>
            <a:ext cx="11553825" cy="6134100"/>
          </a:xfrm>
          <a:prstGeom prst="rect">
            <a:avLst/>
          </a:prstGeom>
        </p:spPr>
      </p:pic>
    </p:spTree>
    <p:extLst>
      <p:ext uri="{BB962C8B-B14F-4D97-AF65-F5344CB8AC3E}">
        <p14:creationId xmlns:p14="http://schemas.microsoft.com/office/powerpoint/2010/main" val="4071238398"/>
      </p:ext>
    </p:extLst>
  </p:cSld>
  <p:clrMapOvr>
    <a:masterClrMapping/>
  </p:clrMapOvr>
</p:sld>
</file>

<file path=ppt/slides/slide4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pic>
        <p:nvPicPr>
          <p:cNvPr id="2" name="Picture 1">
            <a:extLst>
              <a:ext uri="{FF2B5EF4-FFF2-40B4-BE49-F238E27FC236}">
                <a16:creationId xmlns:a16="http://schemas.microsoft.com/office/drawing/2014/main" id="{36D137F9-8BBC-8651-C5B3-8DEA5F451513}"/>
              </a:ext>
            </a:extLst>
          </p:cNvPr>
          <p:cNvPicPr>
            <a:picLocks noChangeAspect="1"/>
          </p:cNvPicPr>
          <p:nvPr/>
        </p:nvPicPr>
        <p:blipFill>
          <a:blip r:embed="rId2"/>
          <a:stretch>
            <a:fillRect/>
          </a:stretch>
        </p:blipFill>
        <p:spPr>
          <a:xfrm>
            <a:off x="-837801" y="634259"/>
            <a:ext cx="13029801" cy="5973575"/>
          </a:xfrm>
          <a:prstGeom prst="rect">
            <a:avLst/>
          </a:prstGeom>
        </p:spPr>
      </p:pic>
    </p:spTree>
    <p:extLst>
      <p:ext uri="{BB962C8B-B14F-4D97-AF65-F5344CB8AC3E}">
        <p14:creationId xmlns:p14="http://schemas.microsoft.com/office/powerpoint/2010/main" val="10119117"/>
      </p:ext>
    </p:extLst>
  </p:cSld>
  <p:clrMapOvr>
    <a:masterClrMapping/>
  </p:clrMapOvr>
</p:sld>
</file>

<file path=ppt/slides/slide4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TextBox 2">
            <a:extLst>
              <a:ext uri="{FF2B5EF4-FFF2-40B4-BE49-F238E27FC236}">
                <a16:creationId xmlns:a16="http://schemas.microsoft.com/office/drawing/2014/main" id="{EA137048-0D6C-4761-9D63-8DF4F42ECAFB}"/>
              </a:ext>
            </a:extLst>
          </p:cNvPr>
          <p:cNvSpPr txBox="1"/>
          <p:nvPr/>
        </p:nvSpPr>
        <p:spPr>
          <a:xfrm>
            <a:off x="571500" y="808892"/>
            <a:ext cx="3223260" cy="923330"/>
          </a:xfrm>
          <a:prstGeom prst="rect">
            <a:avLst/>
          </a:prstGeom>
          <a:noFill/>
        </p:spPr>
        <p:txBody>
          <a:bodyPr wrap="square" rtlCol="0">
            <a:spAutoFit/>
          </a:bodyPr>
          <a:lstStyle/>
          <a:p>
            <a:r>
              <a:rPr lang="en-US" dirty="0"/>
              <a:t>6. Sim./Seq presentation with spatially separated vs. overlapping stimuli</a:t>
            </a:r>
            <a:endParaRPr lang="en-CH" dirty="0"/>
          </a:p>
        </p:txBody>
      </p:sp>
      <p:pic>
        <p:nvPicPr>
          <p:cNvPr id="9" name="Picture 8">
            <a:extLst>
              <a:ext uri="{FF2B5EF4-FFF2-40B4-BE49-F238E27FC236}">
                <a16:creationId xmlns:a16="http://schemas.microsoft.com/office/drawing/2014/main" id="{B17083CC-5AC6-AF36-22F8-8737DBFFF89A}"/>
              </a:ext>
            </a:extLst>
          </p:cNvPr>
          <p:cNvPicPr>
            <a:picLocks noChangeAspect="1"/>
          </p:cNvPicPr>
          <p:nvPr/>
        </p:nvPicPr>
        <p:blipFill>
          <a:blip r:embed="rId2"/>
          <a:stretch>
            <a:fillRect/>
          </a:stretch>
        </p:blipFill>
        <p:spPr>
          <a:xfrm>
            <a:off x="762000" y="2048608"/>
            <a:ext cx="5334000" cy="4000500"/>
          </a:xfrm>
          <a:prstGeom prst="rect">
            <a:avLst/>
          </a:prstGeom>
        </p:spPr>
      </p:pic>
      <p:pic>
        <p:nvPicPr>
          <p:cNvPr id="10" name="Picture 9">
            <a:extLst>
              <a:ext uri="{FF2B5EF4-FFF2-40B4-BE49-F238E27FC236}">
                <a16:creationId xmlns:a16="http://schemas.microsoft.com/office/drawing/2014/main" id="{07C2B8F8-5B75-6E8B-6743-CED5F78B334B}"/>
              </a:ext>
            </a:extLst>
          </p:cNvPr>
          <p:cNvPicPr>
            <a:picLocks noChangeAspect="1"/>
          </p:cNvPicPr>
          <p:nvPr/>
        </p:nvPicPr>
        <p:blipFill>
          <a:blip r:embed="rId3"/>
          <a:stretch>
            <a:fillRect/>
          </a:stretch>
        </p:blipFill>
        <p:spPr>
          <a:xfrm>
            <a:off x="6243917" y="1894914"/>
            <a:ext cx="5334000" cy="4000500"/>
          </a:xfrm>
          <a:prstGeom prst="rect">
            <a:avLst/>
          </a:prstGeom>
        </p:spPr>
      </p:pic>
    </p:spTree>
    <p:extLst>
      <p:ext uri="{BB962C8B-B14F-4D97-AF65-F5344CB8AC3E}">
        <p14:creationId xmlns:p14="http://schemas.microsoft.com/office/powerpoint/2010/main" val="1068981987"/>
      </p:ext>
    </p:extLst>
  </p:cSld>
  <p:clrMapOvr>
    <a:masterClrMapping/>
  </p:clrMapOvr>
</p:sld>
</file>

<file path=ppt/slides/slide4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pic>
        <p:nvPicPr>
          <p:cNvPr id="3" name="Picture 2">
            <a:extLst>
              <a:ext uri="{FF2B5EF4-FFF2-40B4-BE49-F238E27FC236}">
                <a16:creationId xmlns:a16="http://schemas.microsoft.com/office/drawing/2014/main" id="{F4A0F5CD-6AD3-D085-25AB-3A6FCB944959}"/>
              </a:ext>
            </a:extLst>
          </p:cNvPr>
          <p:cNvPicPr>
            <a:picLocks noChangeAspect="1"/>
          </p:cNvPicPr>
          <p:nvPr/>
        </p:nvPicPr>
        <p:blipFill>
          <a:blip r:embed="rId2"/>
          <a:stretch>
            <a:fillRect/>
          </a:stretch>
        </p:blipFill>
        <p:spPr>
          <a:xfrm>
            <a:off x="2395887" y="0"/>
            <a:ext cx="7400225" cy="6858000"/>
          </a:xfrm>
          <a:prstGeom prst="rect">
            <a:avLst/>
          </a:prstGeom>
        </p:spPr>
      </p:pic>
    </p:spTree>
    <p:extLst>
      <p:ext uri="{BB962C8B-B14F-4D97-AF65-F5344CB8AC3E}">
        <p14:creationId xmlns:p14="http://schemas.microsoft.com/office/powerpoint/2010/main" val="2204123447"/>
      </p:ext>
    </p:extLst>
  </p:cSld>
  <p:clrMapOvr>
    <a:masterClrMapping/>
  </p:clrMapOvr>
</p:sld>
</file>

<file path=ppt/slides/slide4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TextBox 2">
            <a:extLst>
              <a:ext uri="{FF2B5EF4-FFF2-40B4-BE49-F238E27FC236}">
                <a16:creationId xmlns:a16="http://schemas.microsoft.com/office/drawing/2014/main" id="{C32D91E9-0F71-C290-BF6E-95F836CCD3A8}"/>
              </a:ext>
            </a:extLst>
          </p:cNvPr>
          <p:cNvSpPr txBox="1"/>
          <p:nvPr/>
        </p:nvSpPr>
        <p:spPr>
          <a:xfrm>
            <a:off x="517585" y="845389"/>
            <a:ext cx="5029262" cy="369332"/>
          </a:xfrm>
          <a:prstGeom prst="rect">
            <a:avLst/>
          </a:prstGeom>
          <a:noFill/>
        </p:spPr>
        <p:txBody>
          <a:bodyPr wrap="none" rtlCol="0">
            <a:spAutoFit/>
          </a:bodyPr>
          <a:lstStyle/>
          <a:p>
            <a:r>
              <a:rPr lang="en-CH" dirty="0"/>
              <a:t>7. Sim. and Seq Consolidation (Jacob’s experiments)</a:t>
            </a:r>
          </a:p>
        </p:txBody>
      </p:sp>
      <p:pic>
        <p:nvPicPr>
          <p:cNvPr id="10" name="Picture 9">
            <a:extLst>
              <a:ext uri="{FF2B5EF4-FFF2-40B4-BE49-F238E27FC236}">
                <a16:creationId xmlns:a16="http://schemas.microsoft.com/office/drawing/2014/main" id="{208F34DF-15F4-0824-4A5E-3E0F4F5CC25C}"/>
              </a:ext>
            </a:extLst>
          </p:cNvPr>
          <p:cNvPicPr>
            <a:picLocks noChangeAspect="1"/>
          </p:cNvPicPr>
          <p:nvPr/>
        </p:nvPicPr>
        <p:blipFill>
          <a:blip r:embed="rId2"/>
          <a:stretch>
            <a:fillRect/>
          </a:stretch>
        </p:blipFill>
        <p:spPr>
          <a:xfrm>
            <a:off x="473014" y="1610379"/>
            <a:ext cx="5867400" cy="4352925"/>
          </a:xfrm>
          <a:prstGeom prst="rect">
            <a:avLst/>
          </a:prstGeom>
        </p:spPr>
      </p:pic>
      <p:pic>
        <p:nvPicPr>
          <p:cNvPr id="11" name="Picture 10">
            <a:extLst>
              <a:ext uri="{FF2B5EF4-FFF2-40B4-BE49-F238E27FC236}">
                <a16:creationId xmlns:a16="http://schemas.microsoft.com/office/drawing/2014/main" id="{5DD9DE37-B3F6-D32B-835D-7EC433CEB1E2}"/>
              </a:ext>
            </a:extLst>
          </p:cNvPr>
          <p:cNvPicPr>
            <a:picLocks noChangeAspect="1"/>
          </p:cNvPicPr>
          <p:nvPr/>
        </p:nvPicPr>
        <p:blipFill>
          <a:blip r:embed="rId3"/>
          <a:stretch>
            <a:fillRect/>
          </a:stretch>
        </p:blipFill>
        <p:spPr>
          <a:xfrm>
            <a:off x="6340414" y="1610380"/>
            <a:ext cx="5803899" cy="4352924"/>
          </a:xfrm>
          <a:prstGeom prst="rect">
            <a:avLst/>
          </a:prstGeom>
        </p:spPr>
      </p:pic>
    </p:spTree>
    <p:extLst>
      <p:ext uri="{BB962C8B-B14F-4D97-AF65-F5344CB8AC3E}">
        <p14:creationId xmlns:p14="http://schemas.microsoft.com/office/powerpoint/2010/main" val="3949301715"/>
      </p:ext>
    </p:extLst>
  </p:cSld>
  <p:clrMapOvr>
    <a:masterClrMapping/>
  </p:clrMapOvr>
</p:sld>
</file>

<file path=ppt/slides/slide4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pic>
        <p:nvPicPr>
          <p:cNvPr id="5" name="Picture 4">
            <a:extLst>
              <a:ext uri="{FF2B5EF4-FFF2-40B4-BE49-F238E27FC236}">
                <a16:creationId xmlns:a16="http://schemas.microsoft.com/office/drawing/2014/main" id="{9285B5F9-24FE-25E6-5685-649017835A9E}"/>
              </a:ext>
            </a:extLst>
          </p:cNvPr>
          <p:cNvPicPr>
            <a:picLocks noChangeAspect="1"/>
          </p:cNvPicPr>
          <p:nvPr/>
        </p:nvPicPr>
        <p:blipFill>
          <a:blip r:embed="rId2"/>
          <a:stretch>
            <a:fillRect/>
          </a:stretch>
        </p:blipFill>
        <p:spPr>
          <a:xfrm>
            <a:off x="744631" y="1214437"/>
            <a:ext cx="6076950" cy="4429125"/>
          </a:xfrm>
          <a:prstGeom prst="rect">
            <a:avLst/>
          </a:prstGeom>
        </p:spPr>
      </p:pic>
    </p:spTree>
    <p:extLst>
      <p:ext uri="{BB962C8B-B14F-4D97-AF65-F5344CB8AC3E}">
        <p14:creationId xmlns:p14="http://schemas.microsoft.com/office/powerpoint/2010/main" val="187641180"/>
      </p:ext>
    </p:extLst>
  </p:cSld>
  <p:clrMapOvr>
    <a:masterClrMapping/>
  </p:clrMapOvr>
</p:sld>
</file>

<file path=ppt/slides/slide4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pic>
        <p:nvPicPr>
          <p:cNvPr id="2" name="Picture 1">
            <a:extLst>
              <a:ext uri="{FF2B5EF4-FFF2-40B4-BE49-F238E27FC236}">
                <a16:creationId xmlns:a16="http://schemas.microsoft.com/office/drawing/2014/main" id="{7A2CA5DA-005B-1825-03E6-23BCBA246AE5}"/>
              </a:ext>
            </a:extLst>
          </p:cNvPr>
          <p:cNvPicPr>
            <a:picLocks noChangeAspect="1"/>
          </p:cNvPicPr>
          <p:nvPr/>
        </p:nvPicPr>
        <p:blipFill>
          <a:blip r:embed="rId2"/>
          <a:stretch>
            <a:fillRect/>
          </a:stretch>
        </p:blipFill>
        <p:spPr>
          <a:xfrm>
            <a:off x="307306" y="1171074"/>
            <a:ext cx="5838825" cy="4210050"/>
          </a:xfrm>
          <a:prstGeom prst="rect">
            <a:avLst/>
          </a:prstGeom>
        </p:spPr>
      </p:pic>
      <p:pic>
        <p:nvPicPr>
          <p:cNvPr id="3" name="Picture 2">
            <a:extLst>
              <a:ext uri="{FF2B5EF4-FFF2-40B4-BE49-F238E27FC236}">
                <a16:creationId xmlns:a16="http://schemas.microsoft.com/office/drawing/2014/main" id="{6B092464-723D-75BF-6CA8-6F5EA5192F0E}"/>
              </a:ext>
            </a:extLst>
          </p:cNvPr>
          <p:cNvPicPr>
            <a:picLocks noChangeAspect="1"/>
          </p:cNvPicPr>
          <p:nvPr/>
        </p:nvPicPr>
        <p:blipFill>
          <a:blip r:embed="rId3"/>
          <a:stretch>
            <a:fillRect/>
          </a:stretch>
        </p:blipFill>
        <p:spPr>
          <a:xfrm>
            <a:off x="6268703" y="1275849"/>
            <a:ext cx="5334000" cy="4000500"/>
          </a:xfrm>
          <a:prstGeom prst="rect">
            <a:avLst/>
          </a:prstGeom>
        </p:spPr>
      </p:pic>
      <p:sp>
        <p:nvSpPr>
          <p:cNvPr id="4" name="TextBox 3">
            <a:extLst>
              <a:ext uri="{FF2B5EF4-FFF2-40B4-BE49-F238E27FC236}">
                <a16:creationId xmlns:a16="http://schemas.microsoft.com/office/drawing/2014/main" id="{1B02C393-8F90-3972-1DA4-58405CDBD71A}"/>
              </a:ext>
            </a:extLst>
          </p:cNvPr>
          <p:cNvSpPr txBox="1"/>
          <p:nvPr/>
        </p:nvSpPr>
        <p:spPr>
          <a:xfrm>
            <a:off x="240632" y="391026"/>
            <a:ext cx="2715552" cy="369332"/>
          </a:xfrm>
          <a:prstGeom prst="rect">
            <a:avLst/>
          </a:prstGeom>
          <a:noFill/>
        </p:spPr>
        <p:txBody>
          <a:bodyPr wrap="none" rtlCol="0">
            <a:spAutoFit/>
          </a:bodyPr>
          <a:lstStyle/>
          <a:p>
            <a:r>
              <a:rPr lang="en-CH" dirty="0"/>
              <a:t>With </a:t>
            </a:r>
            <a:r>
              <a:rPr lang="en-CH" dirty="0" err="1"/>
              <a:t>cRate</a:t>
            </a:r>
            <a:r>
              <a:rPr lang="en-CH" dirty="0"/>
              <a:t> decreased to 4:</a:t>
            </a:r>
          </a:p>
        </p:txBody>
      </p:sp>
    </p:spTree>
    <p:extLst>
      <p:ext uri="{BB962C8B-B14F-4D97-AF65-F5344CB8AC3E}">
        <p14:creationId xmlns:p14="http://schemas.microsoft.com/office/powerpoint/2010/main" val="3896044372"/>
      </p:ext>
    </p:extLst>
  </p:cSld>
  <p:clrMapOvr>
    <a:masterClrMapping/>
  </p:clrMapOvr>
</p:sld>
</file>

<file path=ppt/slides/slide4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extBox 1">
            <a:extLst>
              <a:ext uri="{FF2B5EF4-FFF2-40B4-BE49-F238E27FC236}">
                <a16:creationId xmlns:a16="http://schemas.microsoft.com/office/drawing/2014/main" id="{19F0B9C3-11B8-1B82-903B-7BFE0049F968}"/>
              </a:ext>
            </a:extLst>
          </p:cNvPr>
          <p:cNvSpPr txBox="1"/>
          <p:nvPr/>
        </p:nvSpPr>
        <p:spPr>
          <a:xfrm>
            <a:off x="240632" y="391026"/>
            <a:ext cx="4579780" cy="369332"/>
          </a:xfrm>
          <a:prstGeom prst="rect">
            <a:avLst/>
          </a:prstGeom>
          <a:noFill/>
        </p:spPr>
        <p:txBody>
          <a:bodyPr wrap="none" rtlCol="0">
            <a:spAutoFit/>
          </a:bodyPr>
          <a:lstStyle/>
          <a:p>
            <a:r>
              <a:rPr lang="en-CH" dirty="0"/>
              <a:t>With </a:t>
            </a:r>
            <a:r>
              <a:rPr lang="en-CH" dirty="0" err="1"/>
              <a:t>cRate</a:t>
            </a:r>
            <a:r>
              <a:rPr lang="en-CH" dirty="0"/>
              <a:t> = 10 and </a:t>
            </a:r>
            <a:r>
              <a:rPr lang="en-CH" dirty="0" err="1"/>
              <a:t>cStrength</a:t>
            </a:r>
            <a:r>
              <a:rPr lang="en-CH" dirty="0"/>
              <a:t> increased to 0.9</a:t>
            </a:r>
          </a:p>
        </p:txBody>
      </p:sp>
      <p:pic>
        <p:nvPicPr>
          <p:cNvPr id="3" name="Picture 2">
            <a:extLst>
              <a:ext uri="{FF2B5EF4-FFF2-40B4-BE49-F238E27FC236}">
                <a16:creationId xmlns:a16="http://schemas.microsoft.com/office/drawing/2014/main" id="{419D1298-7DDC-2AAE-D3F2-64BF93B947E5}"/>
              </a:ext>
            </a:extLst>
          </p:cNvPr>
          <p:cNvPicPr>
            <a:picLocks noChangeAspect="1"/>
          </p:cNvPicPr>
          <p:nvPr/>
        </p:nvPicPr>
        <p:blipFill>
          <a:blip r:embed="rId2"/>
          <a:stretch>
            <a:fillRect/>
          </a:stretch>
        </p:blipFill>
        <p:spPr>
          <a:xfrm>
            <a:off x="-121319" y="1073818"/>
            <a:ext cx="6743700" cy="4914900"/>
          </a:xfrm>
          <a:prstGeom prst="rect">
            <a:avLst/>
          </a:prstGeom>
        </p:spPr>
      </p:pic>
      <p:pic>
        <p:nvPicPr>
          <p:cNvPr id="4" name="Picture 3">
            <a:extLst>
              <a:ext uri="{FF2B5EF4-FFF2-40B4-BE49-F238E27FC236}">
                <a16:creationId xmlns:a16="http://schemas.microsoft.com/office/drawing/2014/main" id="{E3078E5A-1635-376C-5B34-23432EE0A039}"/>
              </a:ext>
            </a:extLst>
          </p:cNvPr>
          <p:cNvPicPr>
            <a:picLocks noChangeAspect="1"/>
          </p:cNvPicPr>
          <p:nvPr/>
        </p:nvPicPr>
        <p:blipFill>
          <a:blip r:embed="rId3"/>
          <a:stretch>
            <a:fillRect/>
          </a:stretch>
        </p:blipFill>
        <p:spPr>
          <a:xfrm>
            <a:off x="6257925" y="1126205"/>
            <a:ext cx="5934075" cy="4810125"/>
          </a:xfrm>
          <a:prstGeom prst="rect">
            <a:avLst/>
          </a:prstGeom>
        </p:spPr>
      </p:pic>
    </p:spTree>
    <p:extLst>
      <p:ext uri="{BB962C8B-B14F-4D97-AF65-F5344CB8AC3E}">
        <p14:creationId xmlns:p14="http://schemas.microsoft.com/office/powerpoint/2010/main" val="956205254"/>
      </p:ext>
    </p:extLst>
  </p:cSld>
  <p:clrMapOvr>
    <a:masterClrMapping/>
  </p:clrMapOvr>
</p:sld>
</file>

<file path=ppt/slides/slide4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TextBox 2">
            <a:extLst>
              <a:ext uri="{FF2B5EF4-FFF2-40B4-BE49-F238E27FC236}">
                <a16:creationId xmlns:a16="http://schemas.microsoft.com/office/drawing/2014/main" id="{12B5A7D1-8D36-547A-94C6-E9CFD1D45190}"/>
              </a:ext>
            </a:extLst>
          </p:cNvPr>
          <p:cNvSpPr txBox="1"/>
          <p:nvPr/>
        </p:nvSpPr>
        <p:spPr>
          <a:xfrm>
            <a:off x="500332" y="862642"/>
            <a:ext cx="4236673" cy="369332"/>
          </a:xfrm>
          <a:prstGeom prst="rect">
            <a:avLst/>
          </a:prstGeom>
          <a:noFill/>
        </p:spPr>
        <p:txBody>
          <a:bodyPr wrap="none" rtlCol="0">
            <a:spAutoFit/>
          </a:bodyPr>
          <a:lstStyle/>
          <a:p>
            <a:r>
              <a:rPr lang="en-CH" dirty="0"/>
              <a:t>8. Ricker &amp; Sandry Masking + Consolidation</a:t>
            </a:r>
          </a:p>
        </p:txBody>
      </p:sp>
      <p:pic>
        <p:nvPicPr>
          <p:cNvPr id="2" name="Picture 1">
            <a:extLst>
              <a:ext uri="{FF2B5EF4-FFF2-40B4-BE49-F238E27FC236}">
                <a16:creationId xmlns:a16="http://schemas.microsoft.com/office/drawing/2014/main" id="{4B450745-5E66-8981-E262-391269A75D40}"/>
              </a:ext>
            </a:extLst>
          </p:cNvPr>
          <p:cNvPicPr>
            <a:picLocks noChangeAspect="1"/>
          </p:cNvPicPr>
          <p:nvPr/>
        </p:nvPicPr>
        <p:blipFill>
          <a:blip r:embed="rId2"/>
          <a:stretch>
            <a:fillRect/>
          </a:stretch>
        </p:blipFill>
        <p:spPr>
          <a:xfrm>
            <a:off x="235047" y="1231974"/>
            <a:ext cx="6388910" cy="5524500"/>
          </a:xfrm>
          <a:prstGeom prst="rect">
            <a:avLst/>
          </a:prstGeom>
        </p:spPr>
      </p:pic>
      <p:pic>
        <p:nvPicPr>
          <p:cNvPr id="4" name="Picture 3">
            <a:extLst>
              <a:ext uri="{FF2B5EF4-FFF2-40B4-BE49-F238E27FC236}">
                <a16:creationId xmlns:a16="http://schemas.microsoft.com/office/drawing/2014/main" id="{39EB267B-6360-27DA-2A3A-E19284EC93AC}"/>
              </a:ext>
            </a:extLst>
          </p:cNvPr>
          <p:cNvPicPr>
            <a:picLocks noChangeAspect="1"/>
          </p:cNvPicPr>
          <p:nvPr/>
        </p:nvPicPr>
        <p:blipFill>
          <a:blip r:embed="rId3"/>
          <a:stretch>
            <a:fillRect/>
          </a:stretch>
        </p:blipFill>
        <p:spPr>
          <a:xfrm>
            <a:off x="6177643" y="963385"/>
            <a:ext cx="6233977" cy="5838297"/>
          </a:xfrm>
          <a:prstGeom prst="rect">
            <a:avLst/>
          </a:prstGeom>
        </p:spPr>
      </p:pic>
    </p:spTree>
    <p:extLst>
      <p:ext uri="{BB962C8B-B14F-4D97-AF65-F5344CB8AC3E}">
        <p14:creationId xmlns:p14="http://schemas.microsoft.com/office/powerpoint/2010/main" val="3779737964"/>
      </p:ext>
    </p:extLst>
  </p:cSld>
  <p:clrMapOvr>
    <a:masterClrMapping/>
  </p:clrMapOvr>
</p:sld>
</file>

<file path=ppt/slides/slide5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extBox 1">
            <a:extLst>
              <a:ext uri="{FF2B5EF4-FFF2-40B4-BE49-F238E27FC236}">
                <a16:creationId xmlns:a16="http://schemas.microsoft.com/office/drawing/2014/main" id="{DF76553D-538C-AFA9-4514-5510816FC47A}"/>
              </a:ext>
            </a:extLst>
          </p:cNvPr>
          <p:cNvSpPr txBox="1"/>
          <p:nvPr/>
        </p:nvSpPr>
        <p:spPr>
          <a:xfrm>
            <a:off x="569343" y="828136"/>
            <a:ext cx="3060453" cy="369332"/>
          </a:xfrm>
          <a:prstGeom prst="rect">
            <a:avLst/>
          </a:prstGeom>
          <a:noFill/>
        </p:spPr>
        <p:txBody>
          <a:bodyPr wrap="none" rtlCol="0">
            <a:spAutoFit/>
          </a:bodyPr>
          <a:lstStyle/>
          <a:p>
            <a:r>
              <a:rPr lang="en-CH" dirty="0"/>
              <a:t>9. Array-Mask SOA (Bays et al.)</a:t>
            </a:r>
          </a:p>
        </p:txBody>
      </p:sp>
    </p:spTree>
    <p:extLst>
      <p:ext uri="{BB962C8B-B14F-4D97-AF65-F5344CB8AC3E}">
        <p14:creationId xmlns:p14="http://schemas.microsoft.com/office/powerpoint/2010/main" val="2706877062"/>
      </p:ext>
    </p:extLst>
  </p:cSld>
  <p:clrMapOvr>
    <a:masterClrMapping/>
  </p:clrMapOvr>
</p:sld>
</file>

<file path=ppt/slides/slide5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pic>
        <p:nvPicPr>
          <p:cNvPr id="2" name="Picture 1">
            <a:extLst>
              <a:ext uri="{FF2B5EF4-FFF2-40B4-BE49-F238E27FC236}">
                <a16:creationId xmlns:a16="http://schemas.microsoft.com/office/drawing/2014/main" id="{3083A86F-3A03-0F31-6C0C-928D34BF277B}"/>
              </a:ext>
            </a:extLst>
          </p:cNvPr>
          <p:cNvPicPr>
            <a:picLocks noChangeAspect="1"/>
          </p:cNvPicPr>
          <p:nvPr/>
        </p:nvPicPr>
        <p:blipFill>
          <a:blip r:embed="rId2"/>
          <a:stretch>
            <a:fillRect/>
          </a:stretch>
        </p:blipFill>
        <p:spPr>
          <a:xfrm>
            <a:off x="1291843" y="0"/>
            <a:ext cx="5161624" cy="6858000"/>
          </a:xfrm>
          <a:prstGeom prst="rect">
            <a:avLst/>
          </a:prstGeom>
        </p:spPr>
      </p:pic>
      <p:sp>
        <p:nvSpPr>
          <p:cNvPr id="3" name="TextBox 2">
            <a:extLst>
              <a:ext uri="{FF2B5EF4-FFF2-40B4-BE49-F238E27FC236}">
                <a16:creationId xmlns:a16="http://schemas.microsoft.com/office/drawing/2014/main" id="{967943E3-20DB-5728-B996-DF43224E4AE8}"/>
              </a:ext>
            </a:extLst>
          </p:cNvPr>
          <p:cNvSpPr txBox="1"/>
          <p:nvPr/>
        </p:nvSpPr>
        <p:spPr>
          <a:xfrm>
            <a:off x="301926" y="759125"/>
            <a:ext cx="1341818" cy="646331"/>
          </a:xfrm>
          <a:prstGeom prst="rect">
            <a:avLst/>
          </a:prstGeom>
          <a:noFill/>
        </p:spPr>
        <p:txBody>
          <a:bodyPr wrap="square" rtlCol="0">
            <a:spAutoFit/>
          </a:bodyPr>
          <a:lstStyle/>
          <a:p>
            <a:r>
              <a:rPr lang="en-CH" dirty="0"/>
              <a:t>2-array experiment</a:t>
            </a:r>
          </a:p>
        </p:txBody>
      </p:sp>
      <p:pic>
        <p:nvPicPr>
          <p:cNvPr id="4" name="Picture 3">
            <a:extLst>
              <a:ext uri="{FF2B5EF4-FFF2-40B4-BE49-F238E27FC236}">
                <a16:creationId xmlns:a16="http://schemas.microsoft.com/office/drawing/2014/main" id="{D10BBB5E-6055-FAD0-F765-380482F4C179}"/>
              </a:ext>
            </a:extLst>
          </p:cNvPr>
          <p:cNvPicPr>
            <a:picLocks noChangeAspect="1"/>
          </p:cNvPicPr>
          <p:nvPr/>
        </p:nvPicPr>
        <p:blipFill>
          <a:blip r:embed="rId3"/>
          <a:stretch>
            <a:fillRect/>
          </a:stretch>
        </p:blipFill>
        <p:spPr>
          <a:xfrm>
            <a:off x="6326233" y="0"/>
            <a:ext cx="6419303" cy="6858000"/>
          </a:xfrm>
          <a:prstGeom prst="rect">
            <a:avLst/>
          </a:prstGeom>
        </p:spPr>
      </p:pic>
    </p:spTree>
    <p:extLst>
      <p:ext uri="{BB962C8B-B14F-4D97-AF65-F5344CB8AC3E}">
        <p14:creationId xmlns:p14="http://schemas.microsoft.com/office/powerpoint/2010/main" val="48384219"/>
      </p:ext>
    </p:extLst>
  </p:cSld>
  <p:clrMapOvr>
    <a:masterClrMapping/>
  </p:clrMapOvr>
</p:sld>
</file>

<file path=ppt/slides/slide5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Tree>
    <p:extLst>
      <p:ext uri="{BB962C8B-B14F-4D97-AF65-F5344CB8AC3E}">
        <p14:creationId xmlns:p14="http://schemas.microsoft.com/office/powerpoint/2010/main" val="754265235"/>
      </p:ext>
    </p:extLst>
  </p:cSld>
  <p:clrMapOvr>
    <a:masterClrMapping/>
  </p:clrMapOvr>
</p:sld>
</file>

<file path=ppt/slides/slide5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TextBox 2">
            <a:extLst>
              <a:ext uri="{FF2B5EF4-FFF2-40B4-BE49-F238E27FC236}">
                <a16:creationId xmlns:a16="http://schemas.microsoft.com/office/drawing/2014/main" id="{543C3DD5-8218-33F2-5854-37826FB1C6C8}"/>
              </a:ext>
            </a:extLst>
          </p:cNvPr>
          <p:cNvSpPr txBox="1"/>
          <p:nvPr/>
        </p:nvSpPr>
        <p:spPr>
          <a:xfrm>
            <a:off x="638355" y="914400"/>
            <a:ext cx="2217467" cy="369332"/>
          </a:xfrm>
          <a:prstGeom prst="rect">
            <a:avLst/>
          </a:prstGeom>
          <a:noFill/>
        </p:spPr>
        <p:txBody>
          <a:bodyPr wrap="none" rtlCol="0">
            <a:spAutoFit/>
          </a:bodyPr>
          <a:lstStyle/>
          <a:p>
            <a:r>
              <a:rPr lang="en-CH" dirty="0"/>
              <a:t>Individual Differences</a:t>
            </a:r>
          </a:p>
        </p:txBody>
      </p:sp>
      <p:pic>
        <p:nvPicPr>
          <p:cNvPr id="4" name="Picture 3">
            <a:extLst>
              <a:ext uri="{FF2B5EF4-FFF2-40B4-BE49-F238E27FC236}">
                <a16:creationId xmlns:a16="http://schemas.microsoft.com/office/drawing/2014/main" id="{B0F4F285-2ACE-1B24-BE86-60D0CC89DCAC}"/>
              </a:ext>
            </a:extLst>
          </p:cNvPr>
          <p:cNvPicPr>
            <a:picLocks noChangeAspect="1"/>
          </p:cNvPicPr>
          <p:nvPr/>
        </p:nvPicPr>
        <p:blipFill>
          <a:blip r:embed="rId2"/>
          <a:stretch>
            <a:fillRect/>
          </a:stretch>
        </p:blipFill>
        <p:spPr>
          <a:xfrm>
            <a:off x="381000" y="1283732"/>
            <a:ext cx="5334000" cy="4857750"/>
          </a:xfrm>
          <a:prstGeom prst="rect">
            <a:avLst/>
          </a:prstGeom>
        </p:spPr>
      </p:pic>
      <p:pic>
        <p:nvPicPr>
          <p:cNvPr id="5" name="Picture 4">
            <a:extLst>
              <a:ext uri="{FF2B5EF4-FFF2-40B4-BE49-F238E27FC236}">
                <a16:creationId xmlns:a16="http://schemas.microsoft.com/office/drawing/2014/main" id="{B69CE219-9CBD-5681-9498-0038BB0F79CB}"/>
              </a:ext>
            </a:extLst>
          </p:cNvPr>
          <p:cNvPicPr>
            <a:picLocks noChangeAspect="1"/>
          </p:cNvPicPr>
          <p:nvPr/>
        </p:nvPicPr>
        <p:blipFill>
          <a:blip r:embed="rId3"/>
          <a:stretch>
            <a:fillRect/>
          </a:stretch>
        </p:blipFill>
        <p:spPr>
          <a:xfrm>
            <a:off x="5881968" y="1283732"/>
            <a:ext cx="6057900" cy="4857750"/>
          </a:xfrm>
          <a:prstGeom prst="rect">
            <a:avLst/>
          </a:prstGeom>
        </p:spPr>
      </p:pic>
    </p:spTree>
    <p:extLst>
      <p:ext uri="{BB962C8B-B14F-4D97-AF65-F5344CB8AC3E}">
        <p14:creationId xmlns:p14="http://schemas.microsoft.com/office/powerpoint/2010/main" val="1924437140"/>
      </p:ext>
    </p:extLst>
  </p:cSld>
  <p:clrMapOvr>
    <a:masterClrMapping/>
  </p:clrMapOvr>
</p:sld>
</file>

<file path=ppt/slides/slide5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pic>
        <p:nvPicPr>
          <p:cNvPr id="3" name="Picture 2">
            <a:extLst>
              <a:ext uri="{FF2B5EF4-FFF2-40B4-BE49-F238E27FC236}">
                <a16:creationId xmlns:a16="http://schemas.microsoft.com/office/drawing/2014/main" id="{01DBAB1C-C4CE-E81C-8ADF-19E6E897C36C}"/>
              </a:ext>
            </a:extLst>
          </p:cNvPr>
          <p:cNvPicPr>
            <a:picLocks noChangeAspect="1"/>
          </p:cNvPicPr>
          <p:nvPr/>
        </p:nvPicPr>
        <p:blipFill>
          <a:blip r:embed="rId2"/>
          <a:stretch>
            <a:fillRect/>
          </a:stretch>
        </p:blipFill>
        <p:spPr>
          <a:xfrm>
            <a:off x="0" y="2140476"/>
            <a:ext cx="12192000" cy="2577048"/>
          </a:xfrm>
          <a:prstGeom prst="rect">
            <a:avLst/>
          </a:prstGeom>
        </p:spPr>
      </p:pic>
    </p:spTree>
    <p:extLst>
      <p:ext uri="{BB962C8B-B14F-4D97-AF65-F5344CB8AC3E}">
        <p14:creationId xmlns:p14="http://schemas.microsoft.com/office/powerpoint/2010/main" val="645672103"/>
      </p:ext>
    </p:extLst>
  </p:cSld>
  <p:clrMapOvr>
    <a:masterClrMapping/>
  </p:clrMapOvr>
</p:sld>
</file>

<file path=ppt/slides/slide5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pic>
        <p:nvPicPr>
          <p:cNvPr id="2" name="Picture 1">
            <a:extLst>
              <a:ext uri="{FF2B5EF4-FFF2-40B4-BE49-F238E27FC236}">
                <a16:creationId xmlns:a16="http://schemas.microsoft.com/office/drawing/2014/main" id="{B0213118-2795-29B9-4927-C227C4E03D82}"/>
              </a:ext>
            </a:extLst>
          </p:cNvPr>
          <p:cNvPicPr>
            <a:picLocks noChangeAspect="1"/>
          </p:cNvPicPr>
          <p:nvPr/>
        </p:nvPicPr>
        <p:blipFill>
          <a:blip r:embed="rId2"/>
          <a:stretch>
            <a:fillRect/>
          </a:stretch>
        </p:blipFill>
        <p:spPr>
          <a:xfrm>
            <a:off x="2614612" y="695325"/>
            <a:ext cx="6962775" cy="5467350"/>
          </a:xfrm>
          <a:prstGeom prst="rect">
            <a:avLst/>
          </a:prstGeom>
        </p:spPr>
      </p:pic>
    </p:spTree>
    <p:extLst>
      <p:ext uri="{BB962C8B-B14F-4D97-AF65-F5344CB8AC3E}">
        <p14:creationId xmlns:p14="http://schemas.microsoft.com/office/powerpoint/2010/main" val="31192725"/>
      </p:ext>
    </p:extLst>
  </p:cSld>
  <p:clrMapOvr>
    <a:masterClrMapping/>
  </p:clrMapOvr>
</p:sld>
</file>

<file path=ppt/slides/slide5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pic>
        <p:nvPicPr>
          <p:cNvPr id="2" name="Picture 1">
            <a:extLst>
              <a:ext uri="{FF2B5EF4-FFF2-40B4-BE49-F238E27FC236}">
                <a16:creationId xmlns:a16="http://schemas.microsoft.com/office/drawing/2014/main" id="{EC155C85-0408-59AD-99C4-794DBB649734}"/>
              </a:ext>
            </a:extLst>
          </p:cNvPr>
          <p:cNvPicPr>
            <a:picLocks noChangeAspect="1"/>
          </p:cNvPicPr>
          <p:nvPr/>
        </p:nvPicPr>
        <p:blipFill>
          <a:blip r:embed="rId2"/>
          <a:stretch>
            <a:fillRect/>
          </a:stretch>
        </p:blipFill>
        <p:spPr>
          <a:xfrm>
            <a:off x="2730691" y="0"/>
            <a:ext cx="9318543" cy="6858000"/>
          </a:xfrm>
          <a:prstGeom prst="rect">
            <a:avLst/>
          </a:prstGeom>
        </p:spPr>
      </p:pic>
      <p:sp>
        <p:nvSpPr>
          <p:cNvPr id="3" name="TextBox 2">
            <a:extLst>
              <a:ext uri="{FF2B5EF4-FFF2-40B4-BE49-F238E27FC236}">
                <a16:creationId xmlns:a16="http://schemas.microsoft.com/office/drawing/2014/main" id="{44878872-2DCC-700B-93D1-73715A59D1D7}"/>
              </a:ext>
            </a:extLst>
          </p:cNvPr>
          <p:cNvSpPr txBox="1"/>
          <p:nvPr/>
        </p:nvSpPr>
        <p:spPr>
          <a:xfrm>
            <a:off x="362309" y="810883"/>
            <a:ext cx="3038589" cy="369332"/>
          </a:xfrm>
          <a:prstGeom prst="rect">
            <a:avLst/>
          </a:prstGeom>
          <a:noFill/>
        </p:spPr>
        <p:txBody>
          <a:bodyPr wrap="none" rtlCol="0">
            <a:spAutoFit/>
          </a:bodyPr>
          <a:lstStyle/>
          <a:p>
            <a:r>
              <a:rPr lang="en-CH" dirty="0"/>
              <a:t>Plain-vanilla Change Detection</a:t>
            </a:r>
          </a:p>
        </p:txBody>
      </p:sp>
    </p:spTree>
    <p:extLst>
      <p:ext uri="{BB962C8B-B14F-4D97-AF65-F5344CB8AC3E}">
        <p14:creationId xmlns:p14="http://schemas.microsoft.com/office/powerpoint/2010/main" val="2032839220"/>
      </p:ext>
    </p:extLst>
  </p:cSld>
  <p:clrMapOvr>
    <a:masterClrMapping/>
  </p:clrMapOvr>
</p:sld>
</file>

<file path=ppt/slides/slide5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pic>
        <p:nvPicPr>
          <p:cNvPr id="3" name="Picture 2">
            <a:extLst>
              <a:ext uri="{FF2B5EF4-FFF2-40B4-BE49-F238E27FC236}">
                <a16:creationId xmlns:a16="http://schemas.microsoft.com/office/drawing/2014/main" id="{1953E4C9-9477-F1D8-7D31-050EAB43ABA6}"/>
              </a:ext>
            </a:extLst>
          </p:cNvPr>
          <p:cNvPicPr>
            <a:picLocks noChangeAspect="1"/>
          </p:cNvPicPr>
          <p:nvPr/>
        </p:nvPicPr>
        <p:blipFill>
          <a:blip r:embed="rId2"/>
          <a:stretch>
            <a:fillRect/>
          </a:stretch>
        </p:blipFill>
        <p:spPr>
          <a:xfrm>
            <a:off x="3286975" y="0"/>
            <a:ext cx="8723557" cy="6858000"/>
          </a:xfrm>
          <a:prstGeom prst="rect">
            <a:avLst/>
          </a:prstGeom>
        </p:spPr>
      </p:pic>
      <p:sp>
        <p:nvSpPr>
          <p:cNvPr id="4" name="TextBox 3">
            <a:extLst>
              <a:ext uri="{FF2B5EF4-FFF2-40B4-BE49-F238E27FC236}">
                <a16:creationId xmlns:a16="http://schemas.microsoft.com/office/drawing/2014/main" id="{B18A9B18-4825-B98E-D749-8FDBFF164AC7}"/>
              </a:ext>
            </a:extLst>
          </p:cNvPr>
          <p:cNvSpPr txBox="1"/>
          <p:nvPr/>
        </p:nvSpPr>
        <p:spPr>
          <a:xfrm>
            <a:off x="379562" y="586596"/>
            <a:ext cx="3290901" cy="369332"/>
          </a:xfrm>
          <a:prstGeom prst="rect">
            <a:avLst/>
          </a:prstGeom>
          <a:noFill/>
        </p:spPr>
        <p:txBody>
          <a:bodyPr wrap="none" rtlCol="0">
            <a:spAutoFit/>
          </a:bodyPr>
          <a:lstStyle/>
          <a:p>
            <a:r>
              <a:rPr lang="en-CH" dirty="0"/>
              <a:t>Iconic memory (Pratte &amp; Greene)</a:t>
            </a:r>
          </a:p>
        </p:txBody>
      </p:sp>
      <p:pic>
        <p:nvPicPr>
          <p:cNvPr id="2" name="Picture 1">
            <a:extLst>
              <a:ext uri="{FF2B5EF4-FFF2-40B4-BE49-F238E27FC236}">
                <a16:creationId xmlns:a16="http://schemas.microsoft.com/office/drawing/2014/main" id="{81C09A61-272E-E06F-EDFA-CC7B790442D3}"/>
              </a:ext>
            </a:extLst>
          </p:cNvPr>
          <p:cNvPicPr>
            <a:picLocks noChangeAspect="1"/>
          </p:cNvPicPr>
          <p:nvPr/>
        </p:nvPicPr>
        <p:blipFill>
          <a:blip r:embed="rId3"/>
          <a:stretch>
            <a:fillRect/>
          </a:stretch>
        </p:blipFill>
        <p:spPr>
          <a:xfrm>
            <a:off x="181468" y="1415823"/>
            <a:ext cx="5362575" cy="5114925"/>
          </a:xfrm>
          <a:prstGeom prst="rect">
            <a:avLst/>
          </a:prstGeom>
        </p:spPr>
      </p:pic>
    </p:spTree>
    <p:extLst>
      <p:ext uri="{BB962C8B-B14F-4D97-AF65-F5344CB8AC3E}">
        <p14:creationId xmlns:p14="http://schemas.microsoft.com/office/powerpoint/2010/main" val="3328071028"/>
      </p:ext>
    </p:extLst>
  </p:cSld>
  <p:clrMapOvr>
    <a:masterClrMapping/>
  </p:clrMapOvr>
</p:sld>
</file>

<file path=ppt/slides/slide5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pic>
        <p:nvPicPr>
          <p:cNvPr id="2" name="Picture 1">
            <a:extLst>
              <a:ext uri="{FF2B5EF4-FFF2-40B4-BE49-F238E27FC236}">
                <a16:creationId xmlns:a16="http://schemas.microsoft.com/office/drawing/2014/main" id="{016D0359-3D37-FED7-6D3D-CC7B554C5E83}"/>
              </a:ext>
            </a:extLst>
          </p:cNvPr>
          <p:cNvPicPr>
            <a:picLocks noChangeAspect="1"/>
          </p:cNvPicPr>
          <p:nvPr/>
        </p:nvPicPr>
        <p:blipFill>
          <a:blip r:embed="rId2"/>
          <a:stretch>
            <a:fillRect/>
          </a:stretch>
        </p:blipFill>
        <p:spPr>
          <a:xfrm>
            <a:off x="323491" y="1739301"/>
            <a:ext cx="5334000" cy="4000500"/>
          </a:xfrm>
          <a:prstGeom prst="rect">
            <a:avLst/>
          </a:prstGeom>
        </p:spPr>
      </p:pic>
      <p:pic>
        <p:nvPicPr>
          <p:cNvPr id="3" name="Picture 2">
            <a:extLst>
              <a:ext uri="{FF2B5EF4-FFF2-40B4-BE49-F238E27FC236}">
                <a16:creationId xmlns:a16="http://schemas.microsoft.com/office/drawing/2014/main" id="{476F4F30-9463-B3D6-1F4F-8B915AF160CE}"/>
              </a:ext>
            </a:extLst>
          </p:cNvPr>
          <p:cNvPicPr>
            <a:picLocks noChangeAspect="1"/>
          </p:cNvPicPr>
          <p:nvPr/>
        </p:nvPicPr>
        <p:blipFill>
          <a:blip r:embed="rId3"/>
          <a:stretch>
            <a:fillRect/>
          </a:stretch>
        </p:blipFill>
        <p:spPr>
          <a:xfrm>
            <a:off x="5887528" y="1739301"/>
            <a:ext cx="5334000" cy="4000500"/>
          </a:xfrm>
          <a:prstGeom prst="rect">
            <a:avLst/>
          </a:prstGeom>
        </p:spPr>
      </p:pic>
    </p:spTree>
    <p:extLst>
      <p:ext uri="{BB962C8B-B14F-4D97-AF65-F5344CB8AC3E}">
        <p14:creationId xmlns:p14="http://schemas.microsoft.com/office/powerpoint/2010/main" val="2073011450"/>
      </p:ext>
    </p:extLst>
  </p:cSld>
  <p:clrMapOvr>
    <a:masterClrMapping/>
  </p:clrMapOvr>
</p:sld>
</file>

<file path=ppt/slides/slide5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pic>
        <p:nvPicPr>
          <p:cNvPr id="2" name="Picture 1">
            <a:extLst>
              <a:ext uri="{FF2B5EF4-FFF2-40B4-BE49-F238E27FC236}">
                <a16:creationId xmlns:a16="http://schemas.microsoft.com/office/drawing/2014/main" id="{E992DCC8-7A67-0355-852A-98A42CBDB911}"/>
              </a:ext>
            </a:extLst>
          </p:cNvPr>
          <p:cNvPicPr>
            <a:picLocks noChangeAspect="1"/>
          </p:cNvPicPr>
          <p:nvPr/>
        </p:nvPicPr>
        <p:blipFill>
          <a:blip r:embed="rId2"/>
          <a:stretch>
            <a:fillRect/>
          </a:stretch>
        </p:blipFill>
        <p:spPr>
          <a:xfrm>
            <a:off x="2652712" y="1157287"/>
            <a:ext cx="6886575" cy="4543425"/>
          </a:xfrm>
          <a:prstGeom prst="rect">
            <a:avLst/>
          </a:prstGeom>
        </p:spPr>
      </p:pic>
    </p:spTree>
    <p:extLst>
      <p:ext uri="{BB962C8B-B14F-4D97-AF65-F5344CB8AC3E}">
        <p14:creationId xmlns:p14="http://schemas.microsoft.com/office/powerpoint/2010/main" val="1082318172"/>
      </p:ext>
    </p:extLst>
  </p:cSld>
  <p:clrMapOvr>
    <a:masterClrMapping/>
  </p:clrMapOvr>
</p:sld>
</file>

<file path=ppt/slides/slide6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pic>
        <p:nvPicPr>
          <p:cNvPr id="2" name="Picture 1">
            <a:extLst>
              <a:ext uri="{FF2B5EF4-FFF2-40B4-BE49-F238E27FC236}">
                <a16:creationId xmlns:a16="http://schemas.microsoft.com/office/drawing/2014/main" id="{BA15BF19-313E-02DF-C37F-27AFCD3EDF8E}"/>
              </a:ext>
            </a:extLst>
          </p:cNvPr>
          <p:cNvPicPr>
            <a:picLocks noChangeAspect="1"/>
          </p:cNvPicPr>
          <p:nvPr/>
        </p:nvPicPr>
        <p:blipFill>
          <a:blip r:embed="rId2"/>
          <a:stretch>
            <a:fillRect/>
          </a:stretch>
        </p:blipFill>
        <p:spPr>
          <a:xfrm>
            <a:off x="2692977" y="380011"/>
            <a:ext cx="7036705" cy="5887198"/>
          </a:xfrm>
          <a:prstGeom prst="rect">
            <a:avLst/>
          </a:prstGeom>
        </p:spPr>
      </p:pic>
    </p:spTree>
    <p:extLst>
      <p:ext uri="{BB962C8B-B14F-4D97-AF65-F5344CB8AC3E}">
        <p14:creationId xmlns:p14="http://schemas.microsoft.com/office/powerpoint/2010/main" val="1441520122"/>
      </p:ext>
    </p:extLst>
  </p:cSld>
  <p:clrMapOvr>
    <a:masterClrMapping/>
  </p:clrMapOvr>
</p:sld>
</file>

<file path=ppt/slides/slide6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pic>
        <p:nvPicPr>
          <p:cNvPr id="3" name="Picture 2">
            <a:extLst>
              <a:ext uri="{FF2B5EF4-FFF2-40B4-BE49-F238E27FC236}">
                <a16:creationId xmlns:a16="http://schemas.microsoft.com/office/drawing/2014/main" id="{3036ACBA-529F-C3B5-161D-C9BC8A278860}"/>
              </a:ext>
            </a:extLst>
          </p:cNvPr>
          <p:cNvPicPr>
            <a:picLocks noChangeAspect="1"/>
          </p:cNvPicPr>
          <p:nvPr/>
        </p:nvPicPr>
        <p:blipFill>
          <a:blip r:embed="rId2"/>
          <a:stretch>
            <a:fillRect/>
          </a:stretch>
        </p:blipFill>
        <p:spPr>
          <a:xfrm>
            <a:off x="6392338" y="200025"/>
            <a:ext cx="5600700" cy="6457950"/>
          </a:xfrm>
          <a:prstGeom prst="rect">
            <a:avLst/>
          </a:prstGeom>
        </p:spPr>
      </p:pic>
      <p:pic>
        <p:nvPicPr>
          <p:cNvPr id="4" name="Picture 3">
            <a:extLst>
              <a:ext uri="{FF2B5EF4-FFF2-40B4-BE49-F238E27FC236}">
                <a16:creationId xmlns:a16="http://schemas.microsoft.com/office/drawing/2014/main" id="{F1E9AC87-888E-F773-F6D2-C0BB0EDE55D4}"/>
              </a:ext>
            </a:extLst>
          </p:cNvPr>
          <p:cNvPicPr>
            <a:picLocks noChangeAspect="1"/>
          </p:cNvPicPr>
          <p:nvPr/>
        </p:nvPicPr>
        <p:blipFill>
          <a:blip r:embed="rId3"/>
          <a:stretch>
            <a:fillRect/>
          </a:stretch>
        </p:blipFill>
        <p:spPr>
          <a:xfrm>
            <a:off x="198962" y="672913"/>
            <a:ext cx="5739639" cy="4777861"/>
          </a:xfrm>
          <a:prstGeom prst="rect">
            <a:avLst/>
          </a:prstGeom>
        </p:spPr>
      </p:pic>
    </p:spTree>
    <p:extLst>
      <p:ext uri="{BB962C8B-B14F-4D97-AF65-F5344CB8AC3E}">
        <p14:creationId xmlns:p14="http://schemas.microsoft.com/office/powerpoint/2010/main" val="3171102583"/>
      </p:ext>
    </p:extLst>
  </p:cSld>
  <p:clrMapOvr>
    <a:masterClrMapping/>
  </p:clrMapOvr>
</p:sld>
</file>

<file path=ppt/slides/slide6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pic>
        <p:nvPicPr>
          <p:cNvPr id="2" name="Picture 1">
            <a:extLst>
              <a:ext uri="{FF2B5EF4-FFF2-40B4-BE49-F238E27FC236}">
                <a16:creationId xmlns:a16="http://schemas.microsoft.com/office/drawing/2014/main" id="{E32FA99A-F5CF-4CF1-4E38-4C2B83D0AC5F}"/>
              </a:ext>
            </a:extLst>
          </p:cNvPr>
          <p:cNvPicPr>
            <a:picLocks noChangeAspect="1"/>
          </p:cNvPicPr>
          <p:nvPr/>
        </p:nvPicPr>
        <p:blipFill>
          <a:blip r:embed="rId2"/>
          <a:stretch>
            <a:fillRect/>
          </a:stretch>
        </p:blipFill>
        <p:spPr>
          <a:xfrm>
            <a:off x="3429000" y="1162050"/>
            <a:ext cx="5334000" cy="4533900"/>
          </a:xfrm>
          <a:prstGeom prst="rect">
            <a:avLst/>
          </a:prstGeom>
        </p:spPr>
      </p:pic>
    </p:spTree>
    <p:extLst>
      <p:ext uri="{BB962C8B-B14F-4D97-AF65-F5344CB8AC3E}">
        <p14:creationId xmlns:p14="http://schemas.microsoft.com/office/powerpoint/2010/main" val="3630307632"/>
      </p:ext>
    </p:extLst>
  </p:cSld>
  <p:clrMapOvr>
    <a:masterClrMapping/>
  </p:clrMapOvr>
</p:sld>
</file>

<file path=ppt/slides/slide6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pic>
        <p:nvPicPr>
          <p:cNvPr id="2" name="Picture 1">
            <a:extLst>
              <a:ext uri="{FF2B5EF4-FFF2-40B4-BE49-F238E27FC236}">
                <a16:creationId xmlns:a16="http://schemas.microsoft.com/office/drawing/2014/main" id="{61B3FE85-EEE0-3EA7-7292-AFF95A8FC22B}"/>
              </a:ext>
            </a:extLst>
          </p:cNvPr>
          <p:cNvPicPr>
            <a:picLocks noChangeAspect="1"/>
          </p:cNvPicPr>
          <p:nvPr/>
        </p:nvPicPr>
        <p:blipFill>
          <a:blip r:embed="rId2"/>
          <a:stretch>
            <a:fillRect/>
          </a:stretch>
        </p:blipFill>
        <p:spPr>
          <a:xfrm>
            <a:off x="3429000" y="1423987"/>
            <a:ext cx="5334000" cy="4010025"/>
          </a:xfrm>
          <a:prstGeom prst="rect">
            <a:avLst/>
          </a:prstGeom>
        </p:spPr>
      </p:pic>
    </p:spTree>
    <p:extLst>
      <p:ext uri="{BB962C8B-B14F-4D97-AF65-F5344CB8AC3E}">
        <p14:creationId xmlns:p14="http://schemas.microsoft.com/office/powerpoint/2010/main" val="72066846"/>
      </p:ext>
    </p:extLst>
  </p:cSld>
  <p:clrMapOvr>
    <a:masterClrMapping/>
  </p:clrMapOvr>
</p:sld>
</file>

<file path=ppt/slides/slide6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pic>
        <p:nvPicPr>
          <p:cNvPr id="2" name="Picture 1">
            <a:extLst>
              <a:ext uri="{FF2B5EF4-FFF2-40B4-BE49-F238E27FC236}">
                <a16:creationId xmlns:a16="http://schemas.microsoft.com/office/drawing/2014/main" id="{4C2A1781-00A2-28A5-4FF6-870AFDD42841}"/>
              </a:ext>
            </a:extLst>
          </p:cNvPr>
          <p:cNvPicPr>
            <a:picLocks noChangeAspect="1"/>
          </p:cNvPicPr>
          <p:nvPr/>
        </p:nvPicPr>
        <p:blipFill>
          <a:blip r:embed="rId2"/>
          <a:stretch>
            <a:fillRect/>
          </a:stretch>
        </p:blipFill>
        <p:spPr>
          <a:xfrm>
            <a:off x="2449516" y="0"/>
            <a:ext cx="8523284" cy="6858000"/>
          </a:xfrm>
          <a:prstGeom prst="rect">
            <a:avLst/>
          </a:prstGeom>
        </p:spPr>
      </p:pic>
      <p:sp>
        <p:nvSpPr>
          <p:cNvPr id="3" name="TextBox 2">
            <a:extLst>
              <a:ext uri="{FF2B5EF4-FFF2-40B4-BE49-F238E27FC236}">
                <a16:creationId xmlns:a16="http://schemas.microsoft.com/office/drawing/2014/main" id="{B2A9368A-87D5-9438-4A12-D22EA37171D5}"/>
              </a:ext>
            </a:extLst>
          </p:cNvPr>
          <p:cNvSpPr txBox="1"/>
          <p:nvPr/>
        </p:nvSpPr>
        <p:spPr>
          <a:xfrm>
            <a:off x="312821" y="613611"/>
            <a:ext cx="2108269" cy="646331"/>
          </a:xfrm>
          <a:prstGeom prst="rect">
            <a:avLst/>
          </a:prstGeom>
          <a:noFill/>
        </p:spPr>
        <p:txBody>
          <a:bodyPr wrap="none" rtlCol="0">
            <a:spAutoFit/>
          </a:bodyPr>
          <a:lstStyle/>
          <a:p>
            <a:r>
              <a:rPr lang="en-CH" dirty="0"/>
              <a:t>Cueing mechanisms,</a:t>
            </a:r>
          </a:p>
          <a:p>
            <a:r>
              <a:rPr lang="en-CH" dirty="0"/>
              <a:t>individually</a:t>
            </a:r>
          </a:p>
        </p:txBody>
      </p:sp>
    </p:spTree>
    <p:extLst>
      <p:ext uri="{BB962C8B-B14F-4D97-AF65-F5344CB8AC3E}">
        <p14:creationId xmlns:p14="http://schemas.microsoft.com/office/powerpoint/2010/main" val="785893357"/>
      </p:ext>
    </p:extLst>
  </p:cSld>
  <p:clrMapOvr>
    <a:masterClrMapping/>
  </p:clrMapOvr>
</p:sld>
</file>

<file path=ppt/slides/slide6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pic>
        <p:nvPicPr>
          <p:cNvPr id="2" name="Picture 1">
            <a:extLst>
              <a:ext uri="{FF2B5EF4-FFF2-40B4-BE49-F238E27FC236}">
                <a16:creationId xmlns:a16="http://schemas.microsoft.com/office/drawing/2014/main" id="{EFFA39F2-7327-DE17-C2ED-32E1874C8A30}"/>
              </a:ext>
            </a:extLst>
          </p:cNvPr>
          <p:cNvPicPr>
            <a:picLocks noChangeAspect="1"/>
          </p:cNvPicPr>
          <p:nvPr/>
        </p:nvPicPr>
        <p:blipFill>
          <a:blip r:embed="rId2"/>
          <a:stretch>
            <a:fillRect/>
          </a:stretch>
        </p:blipFill>
        <p:spPr>
          <a:xfrm>
            <a:off x="2523044" y="0"/>
            <a:ext cx="9668956" cy="6858000"/>
          </a:xfrm>
          <a:prstGeom prst="rect">
            <a:avLst/>
          </a:prstGeom>
        </p:spPr>
      </p:pic>
      <p:sp>
        <p:nvSpPr>
          <p:cNvPr id="3" name="TextBox 2">
            <a:extLst>
              <a:ext uri="{FF2B5EF4-FFF2-40B4-BE49-F238E27FC236}">
                <a16:creationId xmlns:a16="http://schemas.microsoft.com/office/drawing/2014/main" id="{5781A77A-D29B-4C2C-635F-5593E0ECC5F1}"/>
              </a:ext>
            </a:extLst>
          </p:cNvPr>
          <p:cNvSpPr txBox="1"/>
          <p:nvPr/>
        </p:nvSpPr>
        <p:spPr>
          <a:xfrm>
            <a:off x="348916" y="757989"/>
            <a:ext cx="2695073" cy="3416320"/>
          </a:xfrm>
          <a:prstGeom prst="rect">
            <a:avLst/>
          </a:prstGeom>
          <a:noFill/>
        </p:spPr>
        <p:txBody>
          <a:bodyPr wrap="square" rtlCol="0">
            <a:spAutoFit/>
          </a:bodyPr>
          <a:lstStyle/>
          <a:p>
            <a:r>
              <a:rPr lang="en-CH" dirty="0"/>
              <a:t>Setting wheel=0 (instead of only </a:t>
            </a:r>
            <a:r>
              <a:rPr lang="en-CH" dirty="0" err="1"/>
              <a:t>testdisplay</a:t>
            </a:r>
            <a:r>
              <a:rPr lang="en-CH" dirty="0"/>
              <a:t> = 0) in the conditions without visual interference reduces the retro-cue benefit without any mechanism</a:t>
            </a:r>
          </a:p>
          <a:p>
            <a:r>
              <a:rPr lang="en-CH" dirty="0">
                <a:sym typeface="Wingdings" panose="05000000000000000000" pitchFamily="2" charset="2"/>
              </a:rPr>
              <a:t> the condition “without any” still had the headstart before an update of FX (due to wheel=1), which is now removed. </a:t>
            </a:r>
            <a:endParaRPr lang="en-CH" dirty="0"/>
          </a:p>
        </p:txBody>
      </p:sp>
    </p:spTree>
    <p:extLst>
      <p:ext uri="{BB962C8B-B14F-4D97-AF65-F5344CB8AC3E}">
        <p14:creationId xmlns:p14="http://schemas.microsoft.com/office/powerpoint/2010/main" val="2697517626"/>
      </p:ext>
    </p:extLst>
  </p:cSld>
  <p:clrMapOvr>
    <a:masterClrMapping/>
  </p:clrMapOvr>
</p:sld>
</file>

<file path=ppt/slides/slide6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extBox 1">
            <a:extLst>
              <a:ext uri="{FF2B5EF4-FFF2-40B4-BE49-F238E27FC236}">
                <a16:creationId xmlns:a16="http://schemas.microsoft.com/office/drawing/2014/main" id="{BCF12984-B230-EE6B-29C1-478CD9C423B7}"/>
              </a:ext>
            </a:extLst>
          </p:cNvPr>
          <p:cNvSpPr txBox="1"/>
          <p:nvPr/>
        </p:nvSpPr>
        <p:spPr>
          <a:xfrm>
            <a:off x="276726" y="842211"/>
            <a:ext cx="2798488" cy="5909310"/>
          </a:xfrm>
          <a:prstGeom prst="rect">
            <a:avLst/>
          </a:prstGeom>
          <a:noFill/>
        </p:spPr>
        <p:txBody>
          <a:bodyPr wrap="square" rtlCol="0">
            <a:spAutoFit/>
          </a:bodyPr>
          <a:lstStyle/>
          <a:p>
            <a:r>
              <a:rPr lang="en-CH" dirty="0"/>
              <a:t>decreasing </a:t>
            </a:r>
            <a:r>
              <a:rPr lang="en-CH" dirty="0" err="1"/>
              <a:t>cSim</a:t>
            </a:r>
            <a:r>
              <a:rPr lang="en-CH" dirty="0"/>
              <a:t> to 4 – what is going on?!</a:t>
            </a:r>
          </a:p>
          <a:p>
            <a:endParaRPr lang="en-CH" dirty="0"/>
          </a:p>
          <a:p>
            <a:r>
              <a:rPr lang="en-CH" dirty="0"/>
              <a:t>Apparently, with slower consolidation more items end up not consolidated during the RI, and hence, not removed from FX through “inhibition of return”. Hence, they can be read out of FX at retrieval. However, in the valid cueing condition, FX decays during the CTI, so that possibility is lost. (this happens also in the invalid-cue condition, though ...). In any case, including read-out from FX during the CTI reverses the picture</a:t>
            </a:r>
          </a:p>
          <a:p>
            <a:endParaRPr lang="en-CH" dirty="0"/>
          </a:p>
        </p:txBody>
      </p:sp>
      <p:pic>
        <p:nvPicPr>
          <p:cNvPr id="3" name="Picture 2">
            <a:extLst>
              <a:ext uri="{FF2B5EF4-FFF2-40B4-BE49-F238E27FC236}">
                <a16:creationId xmlns:a16="http://schemas.microsoft.com/office/drawing/2014/main" id="{73F9EA15-D9DB-ED12-CEEB-7537AB38EE7C}"/>
              </a:ext>
            </a:extLst>
          </p:cNvPr>
          <p:cNvPicPr>
            <a:picLocks noChangeAspect="1"/>
          </p:cNvPicPr>
          <p:nvPr/>
        </p:nvPicPr>
        <p:blipFill>
          <a:blip r:embed="rId2"/>
          <a:stretch>
            <a:fillRect/>
          </a:stretch>
        </p:blipFill>
        <p:spPr>
          <a:xfrm>
            <a:off x="2794891" y="0"/>
            <a:ext cx="8551333" cy="6858000"/>
          </a:xfrm>
          <a:prstGeom prst="rect">
            <a:avLst/>
          </a:prstGeom>
        </p:spPr>
      </p:pic>
    </p:spTree>
    <p:extLst>
      <p:ext uri="{BB962C8B-B14F-4D97-AF65-F5344CB8AC3E}">
        <p14:creationId xmlns:p14="http://schemas.microsoft.com/office/powerpoint/2010/main" val="347403746"/>
      </p:ext>
    </p:extLst>
  </p:cSld>
  <p:clrMapOvr>
    <a:masterClrMapping/>
  </p:clrMapOvr>
</p:sld>
</file>

<file path=ppt/slides/slide6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extBox 1">
            <a:extLst>
              <a:ext uri="{FF2B5EF4-FFF2-40B4-BE49-F238E27FC236}">
                <a16:creationId xmlns:a16="http://schemas.microsoft.com/office/drawing/2014/main" id="{DF79F1CE-3C4D-AB6B-7BD1-4CC2299D67CA}"/>
              </a:ext>
            </a:extLst>
          </p:cNvPr>
          <p:cNvSpPr txBox="1"/>
          <p:nvPr/>
        </p:nvSpPr>
        <p:spPr>
          <a:xfrm>
            <a:off x="601579" y="721895"/>
            <a:ext cx="2701089" cy="3970318"/>
          </a:xfrm>
          <a:prstGeom prst="rect">
            <a:avLst/>
          </a:prstGeom>
          <a:noFill/>
        </p:spPr>
        <p:txBody>
          <a:bodyPr wrap="square" rtlCol="0">
            <a:spAutoFit/>
          </a:bodyPr>
          <a:lstStyle/>
          <a:p>
            <a:r>
              <a:rPr lang="en-CH" dirty="0"/>
              <a:t>Eliminating consolidation as a mechanism, and instead including read-out from FX in the “head start” retrieval during the CTI. (“Without Any” is now CTI = 0.001)</a:t>
            </a:r>
          </a:p>
          <a:p>
            <a:endParaRPr lang="en-CH" dirty="0"/>
          </a:p>
          <a:p>
            <a:r>
              <a:rPr lang="en-CH" dirty="0"/>
              <a:t>This is now with </a:t>
            </a:r>
            <a:r>
              <a:rPr lang="en-CH" dirty="0" err="1"/>
              <a:t>cRate</a:t>
            </a:r>
            <a:r>
              <a:rPr lang="en-CH" dirty="0"/>
              <a:t> = 10 and </a:t>
            </a:r>
            <a:r>
              <a:rPr lang="en-CH" dirty="0" err="1"/>
              <a:t>cStrength</a:t>
            </a:r>
            <a:r>
              <a:rPr lang="en-CH" dirty="0"/>
              <a:t> = 0.9, therefore also slow consolidation (comparable to </a:t>
            </a:r>
            <a:r>
              <a:rPr lang="en-CH" dirty="0" err="1"/>
              <a:t>cRate</a:t>
            </a:r>
            <a:r>
              <a:rPr lang="en-CH" dirty="0"/>
              <a:t> = 4 and </a:t>
            </a:r>
            <a:r>
              <a:rPr lang="en-CH" dirty="0" err="1"/>
              <a:t>cStrength</a:t>
            </a:r>
            <a:r>
              <a:rPr lang="en-CH" dirty="0"/>
              <a:t> = 0.7)</a:t>
            </a:r>
          </a:p>
        </p:txBody>
      </p:sp>
      <p:pic>
        <p:nvPicPr>
          <p:cNvPr id="3" name="Picture 2">
            <a:extLst>
              <a:ext uri="{FF2B5EF4-FFF2-40B4-BE49-F238E27FC236}">
                <a16:creationId xmlns:a16="http://schemas.microsoft.com/office/drawing/2014/main" id="{907963B1-506F-8DB2-0B5B-AB149FA205B2}"/>
              </a:ext>
            </a:extLst>
          </p:cNvPr>
          <p:cNvPicPr>
            <a:picLocks noChangeAspect="1"/>
          </p:cNvPicPr>
          <p:nvPr/>
        </p:nvPicPr>
        <p:blipFill>
          <a:blip r:embed="rId2"/>
          <a:stretch>
            <a:fillRect/>
          </a:stretch>
        </p:blipFill>
        <p:spPr>
          <a:xfrm>
            <a:off x="3690906" y="174458"/>
            <a:ext cx="7661672" cy="6858000"/>
          </a:xfrm>
          <a:prstGeom prst="rect">
            <a:avLst/>
          </a:prstGeom>
        </p:spPr>
      </p:pic>
    </p:spTree>
    <p:extLst>
      <p:ext uri="{BB962C8B-B14F-4D97-AF65-F5344CB8AC3E}">
        <p14:creationId xmlns:p14="http://schemas.microsoft.com/office/powerpoint/2010/main" val="1744982160"/>
      </p:ext>
    </p:extLst>
  </p:cSld>
  <p:clrMapOvr>
    <a:masterClrMapping/>
  </p:clrMapOvr>
</p:sld>
</file>

<file path=ppt/slides/slide6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extBox 1">
            <a:extLst>
              <a:ext uri="{FF2B5EF4-FFF2-40B4-BE49-F238E27FC236}">
                <a16:creationId xmlns:a16="http://schemas.microsoft.com/office/drawing/2014/main" id="{86DF7E60-7FF6-E07C-3E7E-5673C73C0B7B}"/>
              </a:ext>
            </a:extLst>
          </p:cNvPr>
          <p:cNvSpPr txBox="1"/>
          <p:nvPr/>
        </p:nvSpPr>
        <p:spPr>
          <a:xfrm>
            <a:off x="601579" y="721895"/>
            <a:ext cx="2701089" cy="3139321"/>
          </a:xfrm>
          <a:prstGeom prst="rect">
            <a:avLst/>
          </a:prstGeom>
          <a:noFill/>
        </p:spPr>
        <p:txBody>
          <a:bodyPr wrap="square" rtlCol="0">
            <a:spAutoFit/>
          </a:bodyPr>
          <a:lstStyle/>
          <a:p>
            <a:r>
              <a:rPr lang="en-CH" dirty="0"/>
              <a:t>As before, but increasing boundary(1) to 40 (and </a:t>
            </a:r>
            <a:r>
              <a:rPr lang="en-CH" dirty="0" err="1"/>
              <a:t>dnoise</a:t>
            </a:r>
            <a:r>
              <a:rPr lang="en-CH" dirty="0"/>
              <a:t> to 1.5) so that the head-start for retrieval does not result in much longer evidence accumulation</a:t>
            </a:r>
          </a:p>
          <a:p>
            <a:endParaRPr lang="en-CH" dirty="0"/>
          </a:p>
          <a:p>
            <a:r>
              <a:rPr lang="en-CH" dirty="0"/>
              <a:t>Bringing back consolidation (to </a:t>
            </a:r>
            <a:r>
              <a:rPr lang="en-CH"/>
              <a:t>little avail)</a:t>
            </a:r>
            <a:endParaRPr lang="en-CH" dirty="0"/>
          </a:p>
        </p:txBody>
      </p:sp>
      <p:pic>
        <p:nvPicPr>
          <p:cNvPr id="4" name="Picture 3">
            <a:extLst>
              <a:ext uri="{FF2B5EF4-FFF2-40B4-BE49-F238E27FC236}">
                <a16:creationId xmlns:a16="http://schemas.microsoft.com/office/drawing/2014/main" id="{E986D6B1-23A5-A750-CB60-4DCDC71CBFE5}"/>
              </a:ext>
            </a:extLst>
          </p:cNvPr>
          <p:cNvPicPr>
            <a:picLocks noChangeAspect="1"/>
          </p:cNvPicPr>
          <p:nvPr/>
        </p:nvPicPr>
        <p:blipFill>
          <a:blip r:embed="rId2"/>
          <a:stretch>
            <a:fillRect/>
          </a:stretch>
        </p:blipFill>
        <p:spPr>
          <a:xfrm>
            <a:off x="3538855" y="163286"/>
            <a:ext cx="6812462" cy="6858000"/>
          </a:xfrm>
          <a:prstGeom prst="rect">
            <a:avLst/>
          </a:prstGeom>
        </p:spPr>
      </p:pic>
    </p:spTree>
    <p:extLst>
      <p:ext uri="{BB962C8B-B14F-4D97-AF65-F5344CB8AC3E}">
        <p14:creationId xmlns:p14="http://schemas.microsoft.com/office/powerpoint/2010/main" val="1077767756"/>
      </p:ext>
    </p:extLst>
  </p:cSld>
  <p:clrMapOvr>
    <a:masterClrMapping/>
  </p:clrMapOvr>
</p:sld>
</file>

<file path=ppt/slides/slide6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pic>
        <p:nvPicPr>
          <p:cNvPr id="2" name="Picture 1">
            <a:extLst>
              <a:ext uri="{FF2B5EF4-FFF2-40B4-BE49-F238E27FC236}">
                <a16:creationId xmlns:a16="http://schemas.microsoft.com/office/drawing/2014/main" id="{42FDC157-C3D5-F098-1663-FA095AC1E199}"/>
              </a:ext>
            </a:extLst>
          </p:cNvPr>
          <p:cNvPicPr>
            <a:picLocks noChangeAspect="1"/>
          </p:cNvPicPr>
          <p:nvPr/>
        </p:nvPicPr>
        <p:blipFill>
          <a:blip r:embed="rId2"/>
          <a:stretch>
            <a:fillRect/>
          </a:stretch>
        </p:blipFill>
        <p:spPr>
          <a:xfrm>
            <a:off x="2727158" y="0"/>
            <a:ext cx="6737684" cy="6858000"/>
          </a:xfrm>
          <a:prstGeom prst="rect">
            <a:avLst/>
          </a:prstGeom>
        </p:spPr>
      </p:pic>
    </p:spTree>
    <p:extLst>
      <p:ext uri="{BB962C8B-B14F-4D97-AF65-F5344CB8AC3E}">
        <p14:creationId xmlns:p14="http://schemas.microsoft.com/office/powerpoint/2010/main" val="2222167837"/>
      </p:ext>
    </p:extLst>
  </p:cSld>
  <p:clrMapOvr>
    <a:masterClrMapping/>
  </p:clrMapOvr>
</p:sld>
</file>

<file path=ppt/slides/slide7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pic>
        <p:nvPicPr>
          <p:cNvPr id="2" name="Picture 1">
            <a:extLst>
              <a:ext uri="{FF2B5EF4-FFF2-40B4-BE49-F238E27FC236}">
                <a16:creationId xmlns:a16="http://schemas.microsoft.com/office/drawing/2014/main" id="{718C59F2-448B-0A41-8848-26A2598E072F}"/>
              </a:ext>
            </a:extLst>
          </p:cNvPr>
          <p:cNvPicPr>
            <a:picLocks noChangeAspect="1"/>
          </p:cNvPicPr>
          <p:nvPr/>
        </p:nvPicPr>
        <p:blipFill>
          <a:blip r:embed="rId2"/>
          <a:stretch>
            <a:fillRect/>
          </a:stretch>
        </p:blipFill>
        <p:spPr>
          <a:xfrm>
            <a:off x="3889959" y="0"/>
            <a:ext cx="8506617" cy="6858000"/>
          </a:xfrm>
          <a:prstGeom prst="rect">
            <a:avLst/>
          </a:prstGeom>
        </p:spPr>
      </p:pic>
      <p:sp>
        <p:nvSpPr>
          <p:cNvPr id="3" name="TextBox 2">
            <a:extLst>
              <a:ext uri="{FF2B5EF4-FFF2-40B4-BE49-F238E27FC236}">
                <a16:creationId xmlns:a16="http://schemas.microsoft.com/office/drawing/2014/main" id="{DEC6760E-F161-9C95-3BB0-401479470FD0}"/>
              </a:ext>
            </a:extLst>
          </p:cNvPr>
          <p:cNvSpPr txBox="1"/>
          <p:nvPr/>
        </p:nvSpPr>
        <p:spPr>
          <a:xfrm>
            <a:off x="402772" y="473528"/>
            <a:ext cx="2367643" cy="1200329"/>
          </a:xfrm>
          <a:prstGeom prst="rect">
            <a:avLst/>
          </a:prstGeom>
          <a:noFill/>
        </p:spPr>
        <p:txBody>
          <a:bodyPr wrap="square" rtlCol="0">
            <a:spAutoFit/>
          </a:bodyPr>
          <a:lstStyle/>
          <a:p>
            <a:r>
              <a:rPr lang="en-CH" dirty="0"/>
              <a:t>After re-introducing strengthening, and with </a:t>
            </a:r>
            <a:r>
              <a:rPr lang="en-CH" dirty="0" err="1"/>
              <a:t>dnoise</a:t>
            </a:r>
            <a:r>
              <a:rPr lang="en-CH" dirty="0"/>
              <a:t> = 2.5 and boundary = 70</a:t>
            </a:r>
          </a:p>
        </p:txBody>
      </p:sp>
    </p:spTree>
    <p:extLst>
      <p:ext uri="{BB962C8B-B14F-4D97-AF65-F5344CB8AC3E}">
        <p14:creationId xmlns:p14="http://schemas.microsoft.com/office/powerpoint/2010/main" val="453061596"/>
      </p:ext>
    </p:extLst>
  </p:cSld>
  <p:clrMapOvr>
    <a:masterClrMapping/>
  </p:clrMapOvr>
</p:sld>
</file>

<file path=ppt/slides/slide7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pic>
        <p:nvPicPr>
          <p:cNvPr id="5" name="Picture 4">
            <a:extLst>
              <a:ext uri="{FF2B5EF4-FFF2-40B4-BE49-F238E27FC236}">
                <a16:creationId xmlns:a16="http://schemas.microsoft.com/office/drawing/2014/main" id="{67078187-4514-BB09-E283-FD38A30D5EDA}"/>
              </a:ext>
            </a:extLst>
          </p:cNvPr>
          <p:cNvPicPr>
            <a:picLocks noChangeAspect="1"/>
          </p:cNvPicPr>
          <p:nvPr/>
        </p:nvPicPr>
        <p:blipFill>
          <a:blip r:embed="rId2"/>
          <a:stretch>
            <a:fillRect/>
          </a:stretch>
        </p:blipFill>
        <p:spPr>
          <a:xfrm>
            <a:off x="4093028" y="413656"/>
            <a:ext cx="7627257" cy="5720443"/>
          </a:xfrm>
          <a:prstGeom prst="rect">
            <a:avLst/>
          </a:prstGeom>
        </p:spPr>
      </p:pic>
      <p:sp>
        <p:nvSpPr>
          <p:cNvPr id="6" name="TextBox 5">
            <a:extLst>
              <a:ext uri="{FF2B5EF4-FFF2-40B4-BE49-F238E27FC236}">
                <a16:creationId xmlns:a16="http://schemas.microsoft.com/office/drawing/2014/main" id="{27E6CA1B-A3B4-4B6F-E165-5585360FFA16}"/>
              </a:ext>
            </a:extLst>
          </p:cNvPr>
          <p:cNvSpPr txBox="1"/>
          <p:nvPr/>
        </p:nvSpPr>
        <p:spPr>
          <a:xfrm>
            <a:off x="680358" y="1072243"/>
            <a:ext cx="3096986" cy="923330"/>
          </a:xfrm>
          <a:prstGeom prst="rect">
            <a:avLst/>
          </a:prstGeom>
          <a:noFill/>
        </p:spPr>
        <p:txBody>
          <a:bodyPr wrap="square" rtlCol="0">
            <a:spAutoFit/>
          </a:bodyPr>
          <a:lstStyle/>
          <a:p>
            <a:r>
              <a:rPr lang="en-CH" dirty="0"/>
              <a:t>Hautekiet &amp; Oberauer (2026): Why no decay in the no-cue condition?</a:t>
            </a:r>
          </a:p>
        </p:txBody>
      </p:sp>
    </p:spTree>
    <p:extLst>
      <p:ext uri="{BB962C8B-B14F-4D97-AF65-F5344CB8AC3E}">
        <p14:creationId xmlns:p14="http://schemas.microsoft.com/office/powerpoint/2010/main" val="3659648572"/>
      </p:ext>
    </p:extLst>
  </p:cSld>
  <p:clrMapOvr>
    <a:masterClrMapping/>
  </p:clrMapOvr>
</p:sld>
</file>

<file path=ppt/slides/slide7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extBox 1">
            <a:extLst>
              <a:ext uri="{FF2B5EF4-FFF2-40B4-BE49-F238E27FC236}">
                <a16:creationId xmlns:a16="http://schemas.microsoft.com/office/drawing/2014/main" id="{B240A3BB-0E3E-9D2E-00E0-E65450D347D0}"/>
              </a:ext>
            </a:extLst>
          </p:cNvPr>
          <p:cNvSpPr txBox="1"/>
          <p:nvPr/>
        </p:nvSpPr>
        <p:spPr>
          <a:xfrm>
            <a:off x="680358" y="1072243"/>
            <a:ext cx="2258785" cy="1477328"/>
          </a:xfrm>
          <a:prstGeom prst="rect">
            <a:avLst/>
          </a:prstGeom>
          <a:noFill/>
        </p:spPr>
        <p:txBody>
          <a:bodyPr wrap="square" rtlCol="0">
            <a:spAutoFit/>
          </a:bodyPr>
          <a:lstStyle/>
          <a:p>
            <a:r>
              <a:rPr lang="en-CH" dirty="0"/>
              <a:t>With </a:t>
            </a:r>
            <a:r>
              <a:rPr lang="en-CH" dirty="0" err="1"/>
              <a:t>p.wnoise</a:t>
            </a:r>
            <a:r>
              <a:rPr lang="en-CH" dirty="0"/>
              <a:t> = 0.015 there is no discernible decay, probably because of the increased </a:t>
            </a:r>
            <a:r>
              <a:rPr lang="en-CH" dirty="0" err="1"/>
              <a:t>dnoise</a:t>
            </a:r>
            <a:endParaRPr lang="en-CH" dirty="0"/>
          </a:p>
        </p:txBody>
      </p:sp>
      <p:pic>
        <p:nvPicPr>
          <p:cNvPr id="3" name="Picture 2">
            <a:extLst>
              <a:ext uri="{FF2B5EF4-FFF2-40B4-BE49-F238E27FC236}">
                <a16:creationId xmlns:a16="http://schemas.microsoft.com/office/drawing/2014/main" id="{14C53652-0169-C81E-655B-139F34EA2709}"/>
              </a:ext>
            </a:extLst>
          </p:cNvPr>
          <p:cNvPicPr>
            <a:picLocks noChangeAspect="1"/>
          </p:cNvPicPr>
          <p:nvPr/>
        </p:nvPicPr>
        <p:blipFill>
          <a:blip r:embed="rId2"/>
          <a:stretch>
            <a:fillRect/>
          </a:stretch>
        </p:blipFill>
        <p:spPr>
          <a:xfrm>
            <a:off x="3105860" y="76200"/>
            <a:ext cx="6121793" cy="6858000"/>
          </a:xfrm>
          <a:prstGeom prst="rect">
            <a:avLst/>
          </a:prstGeom>
        </p:spPr>
      </p:pic>
    </p:spTree>
    <p:extLst>
      <p:ext uri="{BB962C8B-B14F-4D97-AF65-F5344CB8AC3E}">
        <p14:creationId xmlns:p14="http://schemas.microsoft.com/office/powerpoint/2010/main" val="1818765886"/>
      </p:ext>
    </p:extLst>
  </p:cSld>
  <p:clrMapOvr>
    <a:masterClrMapping/>
  </p:clrMapOvr>
</p:sld>
</file>

<file path=ppt/slides/slide7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pic>
        <p:nvPicPr>
          <p:cNvPr id="2" name="Picture 1">
            <a:extLst>
              <a:ext uri="{FF2B5EF4-FFF2-40B4-BE49-F238E27FC236}">
                <a16:creationId xmlns:a16="http://schemas.microsoft.com/office/drawing/2014/main" id="{86A6EAAB-FD36-6C94-F09D-69C7AAE8A7EF}"/>
              </a:ext>
            </a:extLst>
          </p:cNvPr>
          <p:cNvPicPr>
            <a:picLocks noChangeAspect="1"/>
          </p:cNvPicPr>
          <p:nvPr/>
        </p:nvPicPr>
        <p:blipFill>
          <a:blip r:embed="rId2"/>
          <a:stretch>
            <a:fillRect/>
          </a:stretch>
        </p:blipFill>
        <p:spPr>
          <a:xfrm>
            <a:off x="987879" y="54428"/>
            <a:ext cx="5538107" cy="6858000"/>
          </a:xfrm>
          <a:prstGeom prst="rect">
            <a:avLst/>
          </a:prstGeom>
        </p:spPr>
      </p:pic>
      <p:sp>
        <p:nvSpPr>
          <p:cNvPr id="3" name="TextBox 2">
            <a:extLst>
              <a:ext uri="{FF2B5EF4-FFF2-40B4-BE49-F238E27FC236}">
                <a16:creationId xmlns:a16="http://schemas.microsoft.com/office/drawing/2014/main" id="{36B2EEFF-8059-C43D-9037-39926F979B62}"/>
              </a:ext>
            </a:extLst>
          </p:cNvPr>
          <p:cNvSpPr txBox="1"/>
          <p:nvPr/>
        </p:nvSpPr>
        <p:spPr>
          <a:xfrm>
            <a:off x="261258" y="283029"/>
            <a:ext cx="1219199" cy="923330"/>
          </a:xfrm>
          <a:prstGeom prst="rect">
            <a:avLst/>
          </a:prstGeom>
          <a:noFill/>
        </p:spPr>
        <p:txBody>
          <a:bodyPr wrap="square" rtlCol="0">
            <a:spAutoFit/>
          </a:bodyPr>
          <a:lstStyle/>
          <a:p>
            <a:r>
              <a:rPr lang="en-CH" dirty="0"/>
              <a:t>With </a:t>
            </a:r>
            <a:r>
              <a:rPr lang="en-CH" dirty="0" err="1"/>
              <a:t>p.wnoise</a:t>
            </a:r>
            <a:r>
              <a:rPr lang="en-CH" dirty="0"/>
              <a:t> = 0.03</a:t>
            </a:r>
          </a:p>
        </p:txBody>
      </p:sp>
      <p:pic>
        <p:nvPicPr>
          <p:cNvPr id="4" name="Picture 3">
            <a:extLst>
              <a:ext uri="{FF2B5EF4-FFF2-40B4-BE49-F238E27FC236}">
                <a16:creationId xmlns:a16="http://schemas.microsoft.com/office/drawing/2014/main" id="{D5717519-7E19-5082-0A0B-E9D11AC06009}"/>
              </a:ext>
            </a:extLst>
          </p:cNvPr>
          <p:cNvPicPr>
            <a:picLocks noChangeAspect="1"/>
          </p:cNvPicPr>
          <p:nvPr/>
        </p:nvPicPr>
        <p:blipFill>
          <a:blip r:embed="rId3"/>
          <a:stretch>
            <a:fillRect/>
          </a:stretch>
        </p:blipFill>
        <p:spPr>
          <a:xfrm>
            <a:off x="6530163" y="-141514"/>
            <a:ext cx="5661837" cy="6858000"/>
          </a:xfrm>
          <a:prstGeom prst="rect">
            <a:avLst/>
          </a:prstGeom>
        </p:spPr>
      </p:pic>
    </p:spTree>
    <p:extLst>
      <p:ext uri="{BB962C8B-B14F-4D97-AF65-F5344CB8AC3E}">
        <p14:creationId xmlns:p14="http://schemas.microsoft.com/office/powerpoint/2010/main" val="1619655925"/>
      </p:ext>
    </p:extLst>
  </p:cSld>
  <p:clrMapOvr>
    <a:masterClrMapping/>
  </p:clrMapOvr>
</p:sld>
</file>

<file path=ppt/slides/slide7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pic>
        <p:nvPicPr>
          <p:cNvPr id="2" name="Picture 1">
            <a:extLst>
              <a:ext uri="{FF2B5EF4-FFF2-40B4-BE49-F238E27FC236}">
                <a16:creationId xmlns:a16="http://schemas.microsoft.com/office/drawing/2014/main" id="{ADC85C32-6EE5-A4CC-2AAB-856670477036}"/>
              </a:ext>
            </a:extLst>
          </p:cNvPr>
          <p:cNvPicPr>
            <a:picLocks noChangeAspect="1"/>
          </p:cNvPicPr>
          <p:nvPr/>
        </p:nvPicPr>
        <p:blipFill>
          <a:blip r:embed="rId2"/>
          <a:stretch>
            <a:fillRect/>
          </a:stretch>
        </p:blipFill>
        <p:spPr>
          <a:xfrm>
            <a:off x="1870251" y="0"/>
            <a:ext cx="8451498" cy="6858000"/>
          </a:xfrm>
          <a:prstGeom prst="rect">
            <a:avLst/>
          </a:prstGeom>
        </p:spPr>
      </p:pic>
    </p:spTree>
    <p:extLst>
      <p:ext uri="{BB962C8B-B14F-4D97-AF65-F5344CB8AC3E}">
        <p14:creationId xmlns:p14="http://schemas.microsoft.com/office/powerpoint/2010/main" val="26560283"/>
      </p:ext>
    </p:extLst>
  </p:cSld>
  <p:clrMapOvr>
    <a:masterClrMapping/>
  </p:clrMapOvr>
</p:sld>
</file>

<file path=ppt/slides/slide7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pic>
        <p:nvPicPr>
          <p:cNvPr id="2" name="Picture 1">
            <a:extLst>
              <a:ext uri="{FF2B5EF4-FFF2-40B4-BE49-F238E27FC236}">
                <a16:creationId xmlns:a16="http://schemas.microsoft.com/office/drawing/2014/main" id="{EF1C9368-851E-21AF-26F2-9AF99A92E0EB}"/>
              </a:ext>
            </a:extLst>
          </p:cNvPr>
          <p:cNvPicPr>
            <a:picLocks noChangeAspect="1"/>
          </p:cNvPicPr>
          <p:nvPr/>
        </p:nvPicPr>
        <p:blipFill>
          <a:blip r:embed="rId2"/>
          <a:stretch>
            <a:fillRect/>
          </a:stretch>
        </p:blipFill>
        <p:spPr>
          <a:xfrm>
            <a:off x="4159777" y="0"/>
            <a:ext cx="7421189" cy="6858000"/>
          </a:xfrm>
          <a:prstGeom prst="rect">
            <a:avLst/>
          </a:prstGeom>
        </p:spPr>
      </p:pic>
      <p:sp>
        <p:nvSpPr>
          <p:cNvPr id="3" name="TextBox 2">
            <a:extLst>
              <a:ext uri="{FF2B5EF4-FFF2-40B4-BE49-F238E27FC236}">
                <a16:creationId xmlns:a16="http://schemas.microsoft.com/office/drawing/2014/main" id="{6CD58868-7141-AAF9-D03B-ABF50EA8506D}"/>
              </a:ext>
            </a:extLst>
          </p:cNvPr>
          <p:cNvSpPr txBox="1"/>
          <p:nvPr/>
        </p:nvSpPr>
        <p:spPr>
          <a:xfrm>
            <a:off x="611034" y="1006929"/>
            <a:ext cx="3708964" cy="369332"/>
          </a:xfrm>
          <a:prstGeom prst="rect">
            <a:avLst/>
          </a:prstGeom>
          <a:noFill/>
        </p:spPr>
        <p:txBody>
          <a:bodyPr wrap="none" rtlCol="0">
            <a:spAutoFit/>
          </a:bodyPr>
          <a:lstStyle/>
          <a:p>
            <a:r>
              <a:rPr lang="en-CH" dirty="0"/>
              <a:t>Reloading: Why no retro-cue benefit?</a:t>
            </a:r>
          </a:p>
        </p:txBody>
      </p:sp>
    </p:spTree>
    <p:extLst>
      <p:ext uri="{BB962C8B-B14F-4D97-AF65-F5344CB8AC3E}">
        <p14:creationId xmlns:p14="http://schemas.microsoft.com/office/powerpoint/2010/main" val="1096299707"/>
      </p:ext>
    </p:extLst>
  </p:cSld>
  <p:clrMapOvr>
    <a:masterClrMapping/>
  </p:clrMapOvr>
</p:sld>
</file>

<file path=ppt/slides/slide7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pic>
        <p:nvPicPr>
          <p:cNvPr id="2" name="Picture 1">
            <a:extLst>
              <a:ext uri="{FF2B5EF4-FFF2-40B4-BE49-F238E27FC236}">
                <a16:creationId xmlns:a16="http://schemas.microsoft.com/office/drawing/2014/main" id="{9ABDB9B4-DA69-2EA2-719C-FBC4C6920173}"/>
              </a:ext>
            </a:extLst>
          </p:cNvPr>
          <p:cNvPicPr>
            <a:picLocks noChangeAspect="1"/>
          </p:cNvPicPr>
          <p:nvPr/>
        </p:nvPicPr>
        <p:blipFill>
          <a:blip r:embed="rId2"/>
          <a:stretch>
            <a:fillRect/>
          </a:stretch>
        </p:blipFill>
        <p:spPr>
          <a:xfrm>
            <a:off x="1499516" y="0"/>
            <a:ext cx="9192967" cy="6858000"/>
          </a:xfrm>
          <a:prstGeom prst="rect">
            <a:avLst/>
          </a:prstGeom>
        </p:spPr>
      </p:pic>
    </p:spTree>
    <p:extLst>
      <p:ext uri="{BB962C8B-B14F-4D97-AF65-F5344CB8AC3E}">
        <p14:creationId xmlns:p14="http://schemas.microsoft.com/office/powerpoint/2010/main" val="2753701955"/>
      </p:ext>
    </p:extLst>
  </p:cSld>
  <p:clrMapOvr>
    <a:masterClrMapping/>
  </p:clrMapOvr>
</p:sld>
</file>

<file path=ppt/slides/slide7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pic>
        <p:nvPicPr>
          <p:cNvPr id="2" name="Picture 1">
            <a:extLst>
              <a:ext uri="{FF2B5EF4-FFF2-40B4-BE49-F238E27FC236}">
                <a16:creationId xmlns:a16="http://schemas.microsoft.com/office/drawing/2014/main" id="{D443C4B8-AE4E-40D9-1332-91DB6D1E6F94}"/>
              </a:ext>
            </a:extLst>
          </p:cNvPr>
          <p:cNvPicPr>
            <a:picLocks noChangeAspect="1"/>
          </p:cNvPicPr>
          <p:nvPr/>
        </p:nvPicPr>
        <p:blipFill>
          <a:blip r:embed="rId2"/>
          <a:stretch>
            <a:fillRect/>
          </a:stretch>
        </p:blipFill>
        <p:spPr>
          <a:xfrm>
            <a:off x="1773155" y="0"/>
            <a:ext cx="8645689" cy="6858000"/>
          </a:xfrm>
          <a:prstGeom prst="rect">
            <a:avLst/>
          </a:prstGeom>
        </p:spPr>
      </p:pic>
    </p:spTree>
    <p:extLst>
      <p:ext uri="{BB962C8B-B14F-4D97-AF65-F5344CB8AC3E}">
        <p14:creationId xmlns:p14="http://schemas.microsoft.com/office/powerpoint/2010/main" val="1318851056"/>
      </p:ext>
    </p:extLst>
  </p:cSld>
  <p:clrMapOvr>
    <a:masterClrMapping/>
  </p:clrMapOvr>
</p:sld>
</file>

<file path=ppt/slides/slide7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pic>
        <p:nvPicPr>
          <p:cNvPr id="2" name="Picture 1">
            <a:extLst>
              <a:ext uri="{FF2B5EF4-FFF2-40B4-BE49-F238E27FC236}">
                <a16:creationId xmlns:a16="http://schemas.microsoft.com/office/drawing/2014/main" id="{9E3DF06E-CD9A-81DD-3E50-6515AA198711}"/>
              </a:ext>
            </a:extLst>
          </p:cNvPr>
          <p:cNvPicPr>
            <a:picLocks noChangeAspect="1"/>
          </p:cNvPicPr>
          <p:nvPr/>
        </p:nvPicPr>
        <p:blipFill>
          <a:blip r:embed="rId2"/>
          <a:stretch>
            <a:fillRect/>
          </a:stretch>
        </p:blipFill>
        <p:spPr>
          <a:xfrm>
            <a:off x="654503" y="0"/>
            <a:ext cx="10882993" cy="6858000"/>
          </a:xfrm>
          <a:prstGeom prst="rect">
            <a:avLst/>
          </a:prstGeom>
        </p:spPr>
      </p:pic>
    </p:spTree>
    <p:extLst>
      <p:ext uri="{BB962C8B-B14F-4D97-AF65-F5344CB8AC3E}">
        <p14:creationId xmlns:p14="http://schemas.microsoft.com/office/powerpoint/2010/main" val="1633223785"/>
      </p:ext>
    </p:extLst>
  </p:cSld>
  <p:clrMapOvr>
    <a:masterClrMapping/>
  </p:clrMapOvr>
</p:sld>
</file>

<file path=ppt/slides/slide7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pic>
        <p:nvPicPr>
          <p:cNvPr id="2" name="Picture 1">
            <a:extLst>
              <a:ext uri="{FF2B5EF4-FFF2-40B4-BE49-F238E27FC236}">
                <a16:creationId xmlns:a16="http://schemas.microsoft.com/office/drawing/2014/main" id="{18C755AF-9F91-3EFF-54F6-2BB2E3B4D0C1}"/>
              </a:ext>
            </a:extLst>
          </p:cNvPr>
          <p:cNvPicPr>
            <a:picLocks noChangeAspect="1"/>
          </p:cNvPicPr>
          <p:nvPr/>
        </p:nvPicPr>
        <p:blipFill>
          <a:blip r:embed="rId2"/>
          <a:stretch>
            <a:fillRect/>
          </a:stretch>
        </p:blipFill>
        <p:spPr>
          <a:xfrm>
            <a:off x="1439380" y="0"/>
            <a:ext cx="9313240" cy="6858000"/>
          </a:xfrm>
          <a:prstGeom prst="rect">
            <a:avLst/>
          </a:prstGeom>
        </p:spPr>
      </p:pic>
    </p:spTree>
    <p:extLst>
      <p:ext uri="{BB962C8B-B14F-4D97-AF65-F5344CB8AC3E}">
        <p14:creationId xmlns:p14="http://schemas.microsoft.com/office/powerpoint/2010/main" val="2903138982"/>
      </p:ext>
    </p:extLst>
  </p:cSld>
  <p:clrMapOvr>
    <a:masterClrMapping/>
  </p:clrMapOvr>
</p:sld>
</file>

<file path=ppt/slides/slide8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pic>
        <p:nvPicPr>
          <p:cNvPr id="2" name="Picture 1">
            <a:extLst>
              <a:ext uri="{FF2B5EF4-FFF2-40B4-BE49-F238E27FC236}">
                <a16:creationId xmlns:a16="http://schemas.microsoft.com/office/drawing/2014/main" id="{0BCE0804-C04F-57D2-06F2-4B6F646EA9F4}"/>
              </a:ext>
            </a:extLst>
          </p:cNvPr>
          <p:cNvPicPr>
            <a:picLocks noChangeAspect="1"/>
          </p:cNvPicPr>
          <p:nvPr/>
        </p:nvPicPr>
        <p:blipFill>
          <a:blip r:embed="rId2"/>
          <a:stretch>
            <a:fillRect/>
          </a:stretch>
        </p:blipFill>
        <p:spPr>
          <a:xfrm>
            <a:off x="2089011" y="0"/>
            <a:ext cx="8013977" cy="6858000"/>
          </a:xfrm>
          <a:prstGeom prst="rect">
            <a:avLst/>
          </a:prstGeom>
        </p:spPr>
      </p:pic>
    </p:spTree>
    <p:extLst>
      <p:ext uri="{BB962C8B-B14F-4D97-AF65-F5344CB8AC3E}">
        <p14:creationId xmlns:p14="http://schemas.microsoft.com/office/powerpoint/2010/main" val="3508948958"/>
      </p:ext>
    </p:extLst>
  </p:cSld>
  <p:clrMapOvr>
    <a:masterClrMapping/>
  </p:clrMapOvr>
</p:sld>
</file>

<file path=ppt/slides/slide8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pic>
        <p:nvPicPr>
          <p:cNvPr id="2" name="Picture 1">
            <a:extLst>
              <a:ext uri="{FF2B5EF4-FFF2-40B4-BE49-F238E27FC236}">
                <a16:creationId xmlns:a16="http://schemas.microsoft.com/office/drawing/2014/main" id="{5DE61C11-E7F7-32CF-8B61-C0F5E92F6CB1}"/>
              </a:ext>
            </a:extLst>
          </p:cNvPr>
          <p:cNvPicPr>
            <a:picLocks noChangeAspect="1"/>
          </p:cNvPicPr>
          <p:nvPr/>
        </p:nvPicPr>
        <p:blipFill>
          <a:blip r:embed="rId2"/>
          <a:stretch>
            <a:fillRect/>
          </a:stretch>
        </p:blipFill>
        <p:spPr>
          <a:xfrm>
            <a:off x="543993" y="2258785"/>
            <a:ext cx="4849877" cy="3712301"/>
          </a:xfrm>
          <a:prstGeom prst="rect">
            <a:avLst/>
          </a:prstGeom>
        </p:spPr>
      </p:pic>
      <p:pic>
        <p:nvPicPr>
          <p:cNvPr id="3" name="Picture 2">
            <a:extLst>
              <a:ext uri="{FF2B5EF4-FFF2-40B4-BE49-F238E27FC236}">
                <a16:creationId xmlns:a16="http://schemas.microsoft.com/office/drawing/2014/main" id="{D366CA53-6B0C-D343-04C0-3C5F5684769D}"/>
              </a:ext>
            </a:extLst>
          </p:cNvPr>
          <p:cNvPicPr>
            <a:picLocks noChangeAspect="1"/>
          </p:cNvPicPr>
          <p:nvPr/>
        </p:nvPicPr>
        <p:blipFill>
          <a:blip r:embed="rId3"/>
          <a:stretch>
            <a:fillRect/>
          </a:stretch>
        </p:blipFill>
        <p:spPr>
          <a:xfrm>
            <a:off x="5581649" y="2079171"/>
            <a:ext cx="6164329" cy="4659086"/>
          </a:xfrm>
          <a:prstGeom prst="rect">
            <a:avLst/>
          </a:prstGeom>
        </p:spPr>
      </p:pic>
      <p:sp>
        <p:nvSpPr>
          <p:cNvPr id="4" name="TextBox 3">
            <a:extLst>
              <a:ext uri="{FF2B5EF4-FFF2-40B4-BE49-F238E27FC236}">
                <a16:creationId xmlns:a16="http://schemas.microsoft.com/office/drawing/2014/main" id="{AF3EBA94-419C-EE96-9818-5203CE680C3D}"/>
              </a:ext>
            </a:extLst>
          </p:cNvPr>
          <p:cNvSpPr txBox="1"/>
          <p:nvPr/>
        </p:nvSpPr>
        <p:spPr>
          <a:xfrm>
            <a:off x="576943" y="696686"/>
            <a:ext cx="10955628" cy="646331"/>
          </a:xfrm>
          <a:prstGeom prst="rect">
            <a:avLst/>
          </a:prstGeom>
          <a:noFill/>
        </p:spPr>
        <p:txBody>
          <a:bodyPr wrap="none" rtlCol="0">
            <a:spAutoFit/>
          </a:bodyPr>
          <a:lstStyle/>
          <a:p>
            <a:r>
              <a:rPr lang="en-CH" dirty="0"/>
              <a:t>After inserting a decay moment between display onset and retrieval from FX, the </a:t>
            </a:r>
            <a:r>
              <a:rPr lang="en-CH" dirty="0" err="1"/>
              <a:t>colorwheel</a:t>
            </a:r>
            <a:r>
              <a:rPr lang="en-CH" dirty="0"/>
              <a:t> intrusions are gone</a:t>
            </a:r>
          </a:p>
          <a:p>
            <a:r>
              <a:rPr lang="en-CH" dirty="0"/>
              <a:t>(</a:t>
            </a:r>
            <a:r>
              <a:rPr lang="en-CH" dirty="0" err="1"/>
              <a:t>P.filter</a:t>
            </a:r>
            <a:r>
              <a:rPr lang="en-CH" dirty="0"/>
              <a:t> = 0.01) (they come back a little bit with </a:t>
            </a:r>
            <a:r>
              <a:rPr lang="en-CH" dirty="0" err="1"/>
              <a:t>P.filter</a:t>
            </a:r>
            <a:r>
              <a:rPr lang="en-CH" dirty="0"/>
              <a:t> = 0.2 but not 0.1; 0.3 vs. 0.2 makes no discernible difference)</a:t>
            </a:r>
          </a:p>
        </p:txBody>
      </p:sp>
    </p:spTree>
    <p:extLst>
      <p:ext uri="{BB962C8B-B14F-4D97-AF65-F5344CB8AC3E}">
        <p14:creationId xmlns:p14="http://schemas.microsoft.com/office/powerpoint/2010/main" val="3594772997"/>
      </p:ext>
    </p:extLst>
  </p:cSld>
  <p:clrMapOvr>
    <a:masterClrMapping/>
  </p:clrMapOvr>
</p:sld>
</file>

<file path=ppt/slides/slide8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TextBox 2">
            <a:extLst>
              <a:ext uri="{FF2B5EF4-FFF2-40B4-BE49-F238E27FC236}">
                <a16:creationId xmlns:a16="http://schemas.microsoft.com/office/drawing/2014/main" id="{8FE4CD81-400F-57E4-3B9D-3C6C06B6AFEB}"/>
              </a:ext>
            </a:extLst>
          </p:cNvPr>
          <p:cNvSpPr txBox="1"/>
          <p:nvPr/>
        </p:nvSpPr>
        <p:spPr>
          <a:xfrm>
            <a:off x="283029" y="253386"/>
            <a:ext cx="7739743" cy="646331"/>
          </a:xfrm>
          <a:prstGeom prst="rect">
            <a:avLst/>
          </a:prstGeom>
          <a:noFill/>
        </p:spPr>
        <p:txBody>
          <a:bodyPr wrap="square" rtlCol="0">
            <a:spAutoFit/>
          </a:bodyPr>
          <a:lstStyle/>
          <a:p>
            <a:r>
              <a:rPr lang="en-CH" dirty="0"/>
              <a:t>With </a:t>
            </a:r>
            <a:r>
              <a:rPr lang="en-CH" dirty="0" err="1"/>
              <a:t>P.filter</a:t>
            </a:r>
            <a:r>
              <a:rPr lang="en-CH" dirty="0"/>
              <a:t> = 0.1, after correction of SD of reorienting attention after </a:t>
            </a:r>
            <a:r>
              <a:rPr lang="en-CH" dirty="0" err="1"/>
              <a:t>color</a:t>
            </a:r>
            <a:r>
              <a:rPr lang="en-CH" dirty="0"/>
              <a:t>-wheel onset</a:t>
            </a:r>
          </a:p>
        </p:txBody>
      </p:sp>
      <p:pic>
        <p:nvPicPr>
          <p:cNvPr id="6" name="Picture 5">
            <a:extLst>
              <a:ext uri="{FF2B5EF4-FFF2-40B4-BE49-F238E27FC236}">
                <a16:creationId xmlns:a16="http://schemas.microsoft.com/office/drawing/2014/main" id="{316E12F9-C789-F947-9530-729F8B0BBB03}"/>
              </a:ext>
            </a:extLst>
          </p:cNvPr>
          <p:cNvPicPr>
            <a:picLocks noChangeAspect="1"/>
          </p:cNvPicPr>
          <p:nvPr/>
        </p:nvPicPr>
        <p:blipFill>
          <a:blip r:embed="rId2"/>
          <a:stretch>
            <a:fillRect/>
          </a:stretch>
        </p:blipFill>
        <p:spPr>
          <a:xfrm>
            <a:off x="321731" y="1208314"/>
            <a:ext cx="6532373" cy="4953000"/>
          </a:xfrm>
          <a:prstGeom prst="rect">
            <a:avLst/>
          </a:prstGeom>
        </p:spPr>
      </p:pic>
      <p:pic>
        <p:nvPicPr>
          <p:cNvPr id="7" name="Picture 6">
            <a:extLst>
              <a:ext uri="{FF2B5EF4-FFF2-40B4-BE49-F238E27FC236}">
                <a16:creationId xmlns:a16="http://schemas.microsoft.com/office/drawing/2014/main" id="{308B3256-B5F3-F6E8-CBCE-B3A5F5DAE333}"/>
              </a:ext>
            </a:extLst>
          </p:cNvPr>
          <p:cNvPicPr>
            <a:picLocks noChangeAspect="1"/>
          </p:cNvPicPr>
          <p:nvPr/>
        </p:nvPicPr>
        <p:blipFill>
          <a:blip r:embed="rId3"/>
          <a:stretch>
            <a:fillRect/>
          </a:stretch>
        </p:blipFill>
        <p:spPr>
          <a:xfrm>
            <a:off x="6608335" y="1066018"/>
            <a:ext cx="5801726" cy="5480957"/>
          </a:xfrm>
          <a:prstGeom prst="rect">
            <a:avLst/>
          </a:prstGeom>
        </p:spPr>
      </p:pic>
      <p:pic>
        <p:nvPicPr>
          <p:cNvPr id="8" name="Picture 7">
            <a:extLst>
              <a:ext uri="{FF2B5EF4-FFF2-40B4-BE49-F238E27FC236}">
                <a16:creationId xmlns:a16="http://schemas.microsoft.com/office/drawing/2014/main" id="{98D271EC-D906-81B8-F03B-E6713B58E00A}"/>
              </a:ext>
            </a:extLst>
          </p:cNvPr>
          <p:cNvPicPr>
            <a:picLocks noChangeAspect="1"/>
          </p:cNvPicPr>
          <p:nvPr/>
        </p:nvPicPr>
        <p:blipFill>
          <a:blip r:embed="rId4"/>
          <a:stretch>
            <a:fillRect/>
          </a:stretch>
        </p:blipFill>
        <p:spPr>
          <a:xfrm>
            <a:off x="7561820" y="0"/>
            <a:ext cx="4246544" cy="2993571"/>
          </a:xfrm>
          <a:prstGeom prst="rect">
            <a:avLst/>
          </a:prstGeom>
        </p:spPr>
      </p:pic>
    </p:spTree>
    <p:extLst>
      <p:ext uri="{BB962C8B-B14F-4D97-AF65-F5344CB8AC3E}">
        <p14:creationId xmlns:p14="http://schemas.microsoft.com/office/powerpoint/2010/main" val="552965172"/>
      </p:ext>
    </p:extLst>
  </p:cSld>
  <p:clrMapOvr>
    <a:masterClrMapping/>
  </p:clrMapOvr>
</p:sld>
</file>

<file path=ppt/slides/slide8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pic>
        <p:nvPicPr>
          <p:cNvPr id="2" name="Picture 1">
            <a:extLst>
              <a:ext uri="{FF2B5EF4-FFF2-40B4-BE49-F238E27FC236}">
                <a16:creationId xmlns:a16="http://schemas.microsoft.com/office/drawing/2014/main" id="{2DF78885-D14C-8C43-D27B-A7C0B95F62CF}"/>
              </a:ext>
            </a:extLst>
          </p:cNvPr>
          <p:cNvPicPr>
            <a:picLocks noChangeAspect="1"/>
          </p:cNvPicPr>
          <p:nvPr/>
        </p:nvPicPr>
        <p:blipFill>
          <a:blip r:embed="rId2"/>
          <a:stretch>
            <a:fillRect/>
          </a:stretch>
        </p:blipFill>
        <p:spPr>
          <a:xfrm>
            <a:off x="382848" y="903513"/>
            <a:ext cx="6055744" cy="5731329"/>
          </a:xfrm>
          <a:prstGeom prst="rect">
            <a:avLst/>
          </a:prstGeom>
        </p:spPr>
      </p:pic>
      <p:sp>
        <p:nvSpPr>
          <p:cNvPr id="6" name="TextBox 5">
            <a:extLst>
              <a:ext uri="{FF2B5EF4-FFF2-40B4-BE49-F238E27FC236}">
                <a16:creationId xmlns:a16="http://schemas.microsoft.com/office/drawing/2014/main" id="{6217022F-E2A2-A662-AD34-C856DECEB0C9}"/>
              </a:ext>
            </a:extLst>
          </p:cNvPr>
          <p:cNvSpPr txBox="1"/>
          <p:nvPr/>
        </p:nvSpPr>
        <p:spPr>
          <a:xfrm>
            <a:off x="538843" y="324395"/>
            <a:ext cx="3853543" cy="369332"/>
          </a:xfrm>
          <a:prstGeom prst="rect">
            <a:avLst/>
          </a:prstGeom>
          <a:noFill/>
        </p:spPr>
        <p:txBody>
          <a:bodyPr wrap="square" rtlCol="0">
            <a:spAutoFit/>
          </a:bodyPr>
          <a:lstStyle/>
          <a:p>
            <a:r>
              <a:rPr lang="en-CH" dirty="0"/>
              <a:t>Reloading (</a:t>
            </a:r>
            <a:r>
              <a:rPr lang="en-CH" dirty="0" err="1"/>
              <a:t>P.filter</a:t>
            </a:r>
            <a:r>
              <a:rPr lang="en-CH" dirty="0"/>
              <a:t> = 0.1)</a:t>
            </a:r>
          </a:p>
        </p:txBody>
      </p:sp>
    </p:spTree>
    <p:extLst>
      <p:ext uri="{BB962C8B-B14F-4D97-AF65-F5344CB8AC3E}">
        <p14:creationId xmlns:p14="http://schemas.microsoft.com/office/powerpoint/2010/main" val="4056238010"/>
      </p:ext>
    </p:extLst>
  </p:cSld>
  <p:clrMapOvr>
    <a:masterClrMapping/>
  </p:clrMapOvr>
</p:sld>
</file>

<file path=ppt/slides/slide8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pic>
        <p:nvPicPr>
          <p:cNvPr id="2" name="Picture 1">
            <a:extLst>
              <a:ext uri="{FF2B5EF4-FFF2-40B4-BE49-F238E27FC236}">
                <a16:creationId xmlns:a16="http://schemas.microsoft.com/office/drawing/2014/main" id="{1FBF87ED-2E05-474D-0133-170575F56B1C}"/>
              </a:ext>
            </a:extLst>
          </p:cNvPr>
          <p:cNvPicPr>
            <a:picLocks noChangeAspect="1"/>
          </p:cNvPicPr>
          <p:nvPr/>
        </p:nvPicPr>
        <p:blipFill>
          <a:blip r:embed="rId2"/>
          <a:stretch>
            <a:fillRect/>
          </a:stretch>
        </p:blipFill>
        <p:spPr>
          <a:xfrm>
            <a:off x="140545" y="655626"/>
            <a:ext cx="5598511" cy="6164273"/>
          </a:xfrm>
          <a:prstGeom prst="rect">
            <a:avLst/>
          </a:prstGeom>
        </p:spPr>
      </p:pic>
      <p:sp>
        <p:nvSpPr>
          <p:cNvPr id="3" name="TextBox 2">
            <a:extLst>
              <a:ext uri="{FF2B5EF4-FFF2-40B4-BE49-F238E27FC236}">
                <a16:creationId xmlns:a16="http://schemas.microsoft.com/office/drawing/2014/main" id="{B33B1116-6768-3B37-7513-562E2D1D80E0}"/>
              </a:ext>
            </a:extLst>
          </p:cNvPr>
          <p:cNvSpPr txBox="1"/>
          <p:nvPr/>
        </p:nvSpPr>
        <p:spPr>
          <a:xfrm>
            <a:off x="538843" y="324395"/>
            <a:ext cx="3853543" cy="369332"/>
          </a:xfrm>
          <a:prstGeom prst="rect">
            <a:avLst/>
          </a:prstGeom>
          <a:noFill/>
        </p:spPr>
        <p:txBody>
          <a:bodyPr wrap="square" rtlCol="0">
            <a:spAutoFit/>
          </a:bodyPr>
          <a:lstStyle/>
          <a:p>
            <a:r>
              <a:rPr lang="en-CH" dirty="0"/>
              <a:t>CD cueing (</a:t>
            </a:r>
            <a:r>
              <a:rPr lang="en-CH" dirty="0" err="1"/>
              <a:t>P.filter</a:t>
            </a:r>
            <a:r>
              <a:rPr lang="en-CH" dirty="0"/>
              <a:t> = 0.3)</a:t>
            </a:r>
          </a:p>
        </p:txBody>
      </p:sp>
      <p:pic>
        <p:nvPicPr>
          <p:cNvPr id="4" name="Picture 3">
            <a:extLst>
              <a:ext uri="{FF2B5EF4-FFF2-40B4-BE49-F238E27FC236}">
                <a16:creationId xmlns:a16="http://schemas.microsoft.com/office/drawing/2014/main" id="{FAD3A9B3-5BA8-B0C5-85CA-E608C74A8E35}"/>
              </a:ext>
            </a:extLst>
          </p:cNvPr>
          <p:cNvPicPr>
            <a:picLocks noChangeAspect="1"/>
          </p:cNvPicPr>
          <p:nvPr/>
        </p:nvPicPr>
        <p:blipFill>
          <a:blip r:embed="rId3"/>
          <a:stretch>
            <a:fillRect/>
          </a:stretch>
        </p:blipFill>
        <p:spPr>
          <a:xfrm>
            <a:off x="5629295" y="776111"/>
            <a:ext cx="6422160" cy="5652685"/>
          </a:xfrm>
          <a:prstGeom prst="rect">
            <a:avLst/>
          </a:prstGeom>
        </p:spPr>
      </p:pic>
    </p:spTree>
    <p:extLst>
      <p:ext uri="{BB962C8B-B14F-4D97-AF65-F5344CB8AC3E}">
        <p14:creationId xmlns:p14="http://schemas.microsoft.com/office/powerpoint/2010/main" val="292656557"/>
      </p:ext>
    </p:extLst>
  </p:cSld>
  <p:clrMapOvr>
    <a:masterClrMapping/>
  </p:clrMapOvr>
</p:sld>
</file>

<file path=ppt/slides/slide8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pic>
        <p:nvPicPr>
          <p:cNvPr id="2" name="Picture 1">
            <a:extLst>
              <a:ext uri="{FF2B5EF4-FFF2-40B4-BE49-F238E27FC236}">
                <a16:creationId xmlns:a16="http://schemas.microsoft.com/office/drawing/2014/main" id="{A5287E57-A4C0-3F70-38B9-A0810FB1D338}"/>
              </a:ext>
            </a:extLst>
          </p:cNvPr>
          <p:cNvPicPr>
            <a:picLocks noChangeAspect="1"/>
          </p:cNvPicPr>
          <p:nvPr/>
        </p:nvPicPr>
        <p:blipFill>
          <a:blip r:embed="rId2"/>
          <a:stretch>
            <a:fillRect/>
          </a:stretch>
        </p:blipFill>
        <p:spPr>
          <a:xfrm>
            <a:off x="2938002" y="332014"/>
            <a:ext cx="8142710" cy="6193971"/>
          </a:xfrm>
          <a:prstGeom prst="rect">
            <a:avLst/>
          </a:prstGeom>
        </p:spPr>
      </p:pic>
      <p:sp>
        <p:nvSpPr>
          <p:cNvPr id="3" name="TextBox 2">
            <a:extLst>
              <a:ext uri="{FF2B5EF4-FFF2-40B4-BE49-F238E27FC236}">
                <a16:creationId xmlns:a16="http://schemas.microsoft.com/office/drawing/2014/main" id="{C05AE1E3-B7E2-01CC-BC53-858496FE7A51}"/>
              </a:ext>
            </a:extLst>
          </p:cNvPr>
          <p:cNvSpPr txBox="1"/>
          <p:nvPr/>
        </p:nvSpPr>
        <p:spPr>
          <a:xfrm>
            <a:off x="538844" y="324395"/>
            <a:ext cx="2563586" cy="369332"/>
          </a:xfrm>
          <a:prstGeom prst="rect">
            <a:avLst/>
          </a:prstGeom>
          <a:noFill/>
        </p:spPr>
        <p:txBody>
          <a:bodyPr wrap="square" rtlCol="0">
            <a:spAutoFit/>
          </a:bodyPr>
          <a:lstStyle/>
          <a:p>
            <a:r>
              <a:rPr lang="en-CH" dirty="0"/>
              <a:t>Refreshing (</a:t>
            </a:r>
            <a:r>
              <a:rPr lang="en-CH" dirty="0" err="1"/>
              <a:t>P.filter</a:t>
            </a:r>
            <a:r>
              <a:rPr lang="en-CH" dirty="0"/>
              <a:t> = 0.3)</a:t>
            </a:r>
          </a:p>
        </p:txBody>
      </p:sp>
    </p:spTree>
    <p:extLst>
      <p:ext uri="{BB962C8B-B14F-4D97-AF65-F5344CB8AC3E}">
        <p14:creationId xmlns:p14="http://schemas.microsoft.com/office/powerpoint/2010/main" val="984235077"/>
      </p:ext>
    </p:extLst>
  </p:cSld>
  <p:clrMapOvr>
    <a:masterClrMapping/>
  </p:clrMapOvr>
</p:sld>
</file>

<file path=ppt/slides/slide8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pic>
        <p:nvPicPr>
          <p:cNvPr id="2" name="Picture 1">
            <a:extLst>
              <a:ext uri="{FF2B5EF4-FFF2-40B4-BE49-F238E27FC236}">
                <a16:creationId xmlns:a16="http://schemas.microsoft.com/office/drawing/2014/main" id="{BF38A349-C698-63CB-6E36-CCC252473225}"/>
              </a:ext>
            </a:extLst>
          </p:cNvPr>
          <p:cNvPicPr>
            <a:picLocks noChangeAspect="1"/>
          </p:cNvPicPr>
          <p:nvPr/>
        </p:nvPicPr>
        <p:blipFill>
          <a:blip r:embed="rId2"/>
          <a:stretch>
            <a:fillRect/>
          </a:stretch>
        </p:blipFill>
        <p:spPr>
          <a:xfrm>
            <a:off x="2332429" y="0"/>
            <a:ext cx="9464798" cy="6858000"/>
          </a:xfrm>
          <a:prstGeom prst="rect">
            <a:avLst/>
          </a:prstGeom>
        </p:spPr>
      </p:pic>
      <p:sp>
        <p:nvSpPr>
          <p:cNvPr id="3" name="TextBox 2">
            <a:extLst>
              <a:ext uri="{FF2B5EF4-FFF2-40B4-BE49-F238E27FC236}">
                <a16:creationId xmlns:a16="http://schemas.microsoft.com/office/drawing/2014/main" id="{A12B027F-7761-F3A7-1328-804A84C2B602}"/>
              </a:ext>
            </a:extLst>
          </p:cNvPr>
          <p:cNvSpPr txBox="1"/>
          <p:nvPr/>
        </p:nvSpPr>
        <p:spPr>
          <a:xfrm>
            <a:off x="478972" y="810986"/>
            <a:ext cx="1812472" cy="923330"/>
          </a:xfrm>
          <a:prstGeom prst="rect">
            <a:avLst/>
          </a:prstGeom>
          <a:noFill/>
        </p:spPr>
        <p:txBody>
          <a:bodyPr wrap="square" rtlCol="0">
            <a:spAutoFit/>
          </a:bodyPr>
          <a:lstStyle/>
          <a:p>
            <a:r>
              <a:rPr lang="en-CH" dirty="0"/>
              <a:t>Prolific, </a:t>
            </a:r>
            <a:r>
              <a:rPr lang="en-CH" dirty="0" err="1"/>
              <a:t>cStrength</a:t>
            </a:r>
            <a:r>
              <a:rPr lang="en-CH" dirty="0"/>
              <a:t> reduced to 0.6</a:t>
            </a:r>
          </a:p>
        </p:txBody>
      </p:sp>
    </p:spTree>
    <p:extLst>
      <p:ext uri="{BB962C8B-B14F-4D97-AF65-F5344CB8AC3E}">
        <p14:creationId xmlns:p14="http://schemas.microsoft.com/office/powerpoint/2010/main" val="1815074279"/>
      </p:ext>
    </p:extLst>
  </p:cSld>
  <p:clrMapOvr>
    <a:masterClrMapping/>
  </p:clrMapOvr>
</p:sld>
</file>

<file path=ppt/slides/slide8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pic>
        <p:nvPicPr>
          <p:cNvPr id="2" name="Picture 1">
            <a:extLst>
              <a:ext uri="{FF2B5EF4-FFF2-40B4-BE49-F238E27FC236}">
                <a16:creationId xmlns:a16="http://schemas.microsoft.com/office/drawing/2014/main" id="{7DB71F2A-A8E9-00E0-AA6B-63127D5B3026}"/>
              </a:ext>
            </a:extLst>
          </p:cNvPr>
          <p:cNvPicPr>
            <a:picLocks noChangeAspect="1"/>
          </p:cNvPicPr>
          <p:nvPr/>
        </p:nvPicPr>
        <p:blipFill>
          <a:blip r:embed="rId2"/>
          <a:stretch>
            <a:fillRect/>
          </a:stretch>
        </p:blipFill>
        <p:spPr>
          <a:xfrm>
            <a:off x="1838809" y="0"/>
            <a:ext cx="8514381" cy="6858000"/>
          </a:xfrm>
          <a:prstGeom prst="rect">
            <a:avLst/>
          </a:prstGeom>
        </p:spPr>
      </p:pic>
    </p:spTree>
    <p:extLst>
      <p:ext uri="{BB962C8B-B14F-4D97-AF65-F5344CB8AC3E}">
        <p14:creationId xmlns:p14="http://schemas.microsoft.com/office/powerpoint/2010/main" val="2247015041"/>
      </p:ext>
    </p:extLst>
  </p:cSld>
  <p:clrMapOvr>
    <a:masterClrMapping/>
  </p:clrMapOvr>
</p:sld>
</file>

<file path=ppt/slides/slide8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pic>
        <p:nvPicPr>
          <p:cNvPr id="2" name="Picture 1">
            <a:extLst>
              <a:ext uri="{FF2B5EF4-FFF2-40B4-BE49-F238E27FC236}">
                <a16:creationId xmlns:a16="http://schemas.microsoft.com/office/drawing/2014/main" id="{A359A6B3-8268-FD0E-4227-DDF95EF53AFA}"/>
              </a:ext>
            </a:extLst>
          </p:cNvPr>
          <p:cNvPicPr>
            <a:picLocks noChangeAspect="1"/>
          </p:cNvPicPr>
          <p:nvPr/>
        </p:nvPicPr>
        <p:blipFill>
          <a:blip r:embed="rId2"/>
          <a:stretch>
            <a:fillRect/>
          </a:stretch>
        </p:blipFill>
        <p:spPr>
          <a:xfrm>
            <a:off x="0" y="81643"/>
            <a:ext cx="6501895" cy="6482443"/>
          </a:xfrm>
          <a:prstGeom prst="rect">
            <a:avLst/>
          </a:prstGeom>
        </p:spPr>
      </p:pic>
      <p:pic>
        <p:nvPicPr>
          <p:cNvPr id="4" name="Picture 3">
            <a:extLst>
              <a:ext uri="{FF2B5EF4-FFF2-40B4-BE49-F238E27FC236}">
                <a16:creationId xmlns:a16="http://schemas.microsoft.com/office/drawing/2014/main" id="{A34CBC49-F63E-3ECC-77A1-BDDF0EFFA968}"/>
              </a:ext>
            </a:extLst>
          </p:cNvPr>
          <p:cNvPicPr>
            <a:picLocks noChangeAspect="1"/>
          </p:cNvPicPr>
          <p:nvPr/>
        </p:nvPicPr>
        <p:blipFill>
          <a:blip r:embed="rId3"/>
          <a:stretch>
            <a:fillRect/>
          </a:stretch>
        </p:blipFill>
        <p:spPr>
          <a:xfrm>
            <a:off x="5999713" y="141514"/>
            <a:ext cx="6318724" cy="6716486"/>
          </a:xfrm>
          <a:prstGeom prst="rect">
            <a:avLst/>
          </a:prstGeom>
        </p:spPr>
      </p:pic>
    </p:spTree>
    <p:extLst>
      <p:ext uri="{BB962C8B-B14F-4D97-AF65-F5344CB8AC3E}">
        <p14:creationId xmlns:p14="http://schemas.microsoft.com/office/powerpoint/2010/main" val="3030151035"/>
      </p:ext>
    </p:extLst>
  </p:cSld>
  <p:clrMapOvr>
    <a:masterClrMapping/>
  </p:clrMapOvr>
</p:sld>
</file>

<file path=ppt/slides/slide8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pic>
        <p:nvPicPr>
          <p:cNvPr id="2" name="Picture 1">
            <a:extLst>
              <a:ext uri="{FF2B5EF4-FFF2-40B4-BE49-F238E27FC236}">
                <a16:creationId xmlns:a16="http://schemas.microsoft.com/office/drawing/2014/main" id="{0C2D68C5-8562-6386-2C2A-5D5C82DD233C}"/>
              </a:ext>
            </a:extLst>
          </p:cNvPr>
          <p:cNvPicPr>
            <a:picLocks noChangeAspect="1"/>
          </p:cNvPicPr>
          <p:nvPr/>
        </p:nvPicPr>
        <p:blipFill>
          <a:blip r:embed="rId2"/>
          <a:stretch>
            <a:fillRect/>
          </a:stretch>
        </p:blipFill>
        <p:spPr>
          <a:xfrm>
            <a:off x="5921829" y="38100"/>
            <a:ext cx="6270171" cy="6858000"/>
          </a:xfrm>
          <a:prstGeom prst="rect">
            <a:avLst/>
          </a:prstGeom>
        </p:spPr>
      </p:pic>
      <p:pic>
        <p:nvPicPr>
          <p:cNvPr id="3" name="Picture 2">
            <a:extLst>
              <a:ext uri="{FF2B5EF4-FFF2-40B4-BE49-F238E27FC236}">
                <a16:creationId xmlns:a16="http://schemas.microsoft.com/office/drawing/2014/main" id="{593A6A9B-B339-A1ED-8C02-9249BC4F985B}"/>
              </a:ext>
            </a:extLst>
          </p:cNvPr>
          <p:cNvPicPr>
            <a:picLocks noChangeAspect="1"/>
          </p:cNvPicPr>
          <p:nvPr/>
        </p:nvPicPr>
        <p:blipFill>
          <a:blip r:embed="rId3"/>
          <a:stretch>
            <a:fillRect/>
          </a:stretch>
        </p:blipFill>
        <p:spPr>
          <a:xfrm>
            <a:off x="-63359" y="195942"/>
            <a:ext cx="6159359" cy="5949043"/>
          </a:xfrm>
          <a:prstGeom prst="rect">
            <a:avLst/>
          </a:prstGeom>
        </p:spPr>
      </p:pic>
    </p:spTree>
    <p:extLst>
      <p:ext uri="{BB962C8B-B14F-4D97-AF65-F5344CB8AC3E}">
        <p14:creationId xmlns:p14="http://schemas.microsoft.com/office/powerpoint/2010/main" val="2154078622"/>
      </p:ext>
    </p:extLst>
  </p:cSld>
  <p:clrMapOvr>
    <a:masterClrMapping/>
  </p:clrMapOvr>
</p:sld>
</file>

<file path=ppt/slides/slide9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pic>
        <p:nvPicPr>
          <p:cNvPr id="2" name="Picture 1">
            <a:extLst>
              <a:ext uri="{FF2B5EF4-FFF2-40B4-BE49-F238E27FC236}">
                <a16:creationId xmlns:a16="http://schemas.microsoft.com/office/drawing/2014/main" id="{2E7D8038-E0C5-E2A8-22E1-E052F7B7C560}"/>
              </a:ext>
            </a:extLst>
          </p:cNvPr>
          <p:cNvPicPr>
            <a:picLocks noChangeAspect="1"/>
          </p:cNvPicPr>
          <p:nvPr/>
        </p:nvPicPr>
        <p:blipFill>
          <a:blip r:embed="rId2"/>
          <a:stretch>
            <a:fillRect/>
          </a:stretch>
        </p:blipFill>
        <p:spPr>
          <a:xfrm>
            <a:off x="0" y="84666"/>
            <a:ext cx="12192000" cy="6688667"/>
          </a:xfrm>
          <a:prstGeom prst="rect">
            <a:avLst/>
          </a:prstGeom>
        </p:spPr>
      </p:pic>
    </p:spTree>
    <p:extLst>
      <p:ext uri="{BB962C8B-B14F-4D97-AF65-F5344CB8AC3E}">
        <p14:creationId xmlns:p14="http://schemas.microsoft.com/office/powerpoint/2010/main" val="4037625528"/>
      </p:ext>
    </p:extLst>
  </p:cSld>
  <p:clrMapOvr>
    <a:masterClrMapping/>
  </p:clrMapOvr>
</p:sld>
</file>

<file path=ppt/slides/slide9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pic>
        <p:nvPicPr>
          <p:cNvPr id="2" name="Picture 1">
            <a:extLst>
              <a:ext uri="{FF2B5EF4-FFF2-40B4-BE49-F238E27FC236}">
                <a16:creationId xmlns:a16="http://schemas.microsoft.com/office/drawing/2014/main" id="{073CBCE7-C49C-DB87-A9E9-6485DBAB0910}"/>
              </a:ext>
            </a:extLst>
          </p:cNvPr>
          <p:cNvPicPr>
            <a:picLocks noChangeAspect="1"/>
          </p:cNvPicPr>
          <p:nvPr/>
        </p:nvPicPr>
        <p:blipFill>
          <a:blip r:embed="rId2"/>
          <a:stretch>
            <a:fillRect/>
          </a:stretch>
        </p:blipFill>
        <p:spPr>
          <a:xfrm>
            <a:off x="0" y="84666"/>
            <a:ext cx="12192000" cy="6688667"/>
          </a:xfrm>
          <a:prstGeom prst="rect">
            <a:avLst/>
          </a:prstGeom>
        </p:spPr>
      </p:pic>
    </p:spTree>
    <p:extLst>
      <p:ext uri="{BB962C8B-B14F-4D97-AF65-F5344CB8AC3E}">
        <p14:creationId xmlns:p14="http://schemas.microsoft.com/office/powerpoint/2010/main" val="664266787"/>
      </p:ext>
    </p:extLst>
  </p:cSld>
  <p:clrMapOvr>
    <a:masterClrMapping/>
  </p:clrMapOvr>
</p:sld>
</file>

<file path=ppt/slides/slide9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pic>
        <p:nvPicPr>
          <p:cNvPr id="2" name="Picture 1">
            <a:extLst>
              <a:ext uri="{FF2B5EF4-FFF2-40B4-BE49-F238E27FC236}">
                <a16:creationId xmlns:a16="http://schemas.microsoft.com/office/drawing/2014/main" id="{A1D729B3-2735-5E06-AD1B-A95251E01F4B}"/>
              </a:ext>
            </a:extLst>
          </p:cNvPr>
          <p:cNvPicPr>
            <a:picLocks noChangeAspect="1"/>
          </p:cNvPicPr>
          <p:nvPr/>
        </p:nvPicPr>
        <p:blipFill>
          <a:blip r:embed="rId2"/>
          <a:stretch>
            <a:fillRect/>
          </a:stretch>
        </p:blipFill>
        <p:spPr>
          <a:xfrm>
            <a:off x="576943" y="0"/>
            <a:ext cx="12192000" cy="6688667"/>
          </a:xfrm>
          <a:prstGeom prst="rect">
            <a:avLst/>
          </a:prstGeom>
        </p:spPr>
      </p:pic>
      <p:sp>
        <p:nvSpPr>
          <p:cNvPr id="3" name="TextBox 2">
            <a:extLst>
              <a:ext uri="{FF2B5EF4-FFF2-40B4-BE49-F238E27FC236}">
                <a16:creationId xmlns:a16="http://schemas.microsoft.com/office/drawing/2014/main" id="{0021C9B9-BB8B-DAF4-9C34-2FAA45348B79}"/>
              </a:ext>
            </a:extLst>
          </p:cNvPr>
          <p:cNvSpPr txBox="1"/>
          <p:nvPr/>
        </p:nvSpPr>
        <p:spPr>
          <a:xfrm>
            <a:off x="288472" y="593271"/>
            <a:ext cx="1447799" cy="1477328"/>
          </a:xfrm>
          <a:prstGeom prst="rect">
            <a:avLst/>
          </a:prstGeom>
          <a:noFill/>
        </p:spPr>
        <p:txBody>
          <a:bodyPr wrap="square" rtlCol="0">
            <a:spAutoFit/>
          </a:bodyPr>
          <a:lstStyle/>
          <a:p>
            <a:r>
              <a:rPr lang="en-CH" dirty="0"/>
              <a:t>After making consolidation of an entire array ballistic (or not)</a:t>
            </a:r>
          </a:p>
        </p:txBody>
      </p:sp>
    </p:spTree>
    <p:extLst>
      <p:ext uri="{BB962C8B-B14F-4D97-AF65-F5344CB8AC3E}">
        <p14:creationId xmlns:p14="http://schemas.microsoft.com/office/powerpoint/2010/main" val="388130586"/>
      </p:ext>
    </p:extLst>
  </p:cSld>
  <p:clrMapOvr>
    <a:masterClrMapping/>
  </p:clrMapOvr>
</p:sld>
</file>

<file path=ppt/slides/slide9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pic>
        <p:nvPicPr>
          <p:cNvPr id="2" name="Picture 1">
            <a:extLst>
              <a:ext uri="{FF2B5EF4-FFF2-40B4-BE49-F238E27FC236}">
                <a16:creationId xmlns:a16="http://schemas.microsoft.com/office/drawing/2014/main" id="{5FFE7251-367D-6E54-B237-F8356A5E1CA7}"/>
              </a:ext>
            </a:extLst>
          </p:cNvPr>
          <p:cNvPicPr>
            <a:picLocks noChangeAspect="1"/>
          </p:cNvPicPr>
          <p:nvPr/>
        </p:nvPicPr>
        <p:blipFill>
          <a:blip r:embed="rId2"/>
          <a:stretch>
            <a:fillRect/>
          </a:stretch>
        </p:blipFill>
        <p:spPr>
          <a:xfrm>
            <a:off x="538843" y="84666"/>
            <a:ext cx="12110357" cy="6688667"/>
          </a:xfrm>
          <a:prstGeom prst="rect">
            <a:avLst/>
          </a:prstGeom>
        </p:spPr>
      </p:pic>
    </p:spTree>
    <p:extLst>
      <p:ext uri="{BB962C8B-B14F-4D97-AF65-F5344CB8AC3E}">
        <p14:creationId xmlns:p14="http://schemas.microsoft.com/office/powerpoint/2010/main" val="2689757813"/>
      </p:ext>
    </p:extLst>
  </p:cSld>
  <p:clrMapOvr>
    <a:masterClrMapping/>
  </p:clrMapOvr>
</p:sld>
</file>

<file path=ppt/slides/slide9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pic>
        <p:nvPicPr>
          <p:cNvPr id="2" name="Picture 1">
            <a:extLst>
              <a:ext uri="{FF2B5EF4-FFF2-40B4-BE49-F238E27FC236}">
                <a16:creationId xmlns:a16="http://schemas.microsoft.com/office/drawing/2014/main" id="{2B714A6B-39AC-C7F5-D69B-2867F77598EA}"/>
              </a:ext>
            </a:extLst>
          </p:cNvPr>
          <p:cNvPicPr>
            <a:picLocks noChangeAspect="1"/>
          </p:cNvPicPr>
          <p:nvPr/>
        </p:nvPicPr>
        <p:blipFill>
          <a:blip r:embed="rId2"/>
          <a:stretch>
            <a:fillRect/>
          </a:stretch>
        </p:blipFill>
        <p:spPr>
          <a:xfrm>
            <a:off x="1703614" y="216833"/>
            <a:ext cx="10583520" cy="6559524"/>
          </a:xfrm>
          <a:prstGeom prst="rect">
            <a:avLst/>
          </a:prstGeom>
        </p:spPr>
      </p:pic>
      <p:sp>
        <p:nvSpPr>
          <p:cNvPr id="3" name="TextBox 2">
            <a:extLst>
              <a:ext uri="{FF2B5EF4-FFF2-40B4-BE49-F238E27FC236}">
                <a16:creationId xmlns:a16="http://schemas.microsoft.com/office/drawing/2014/main" id="{C9523347-7BC0-4EBA-6601-302DB2D4DB2E}"/>
              </a:ext>
            </a:extLst>
          </p:cNvPr>
          <p:cNvSpPr txBox="1"/>
          <p:nvPr/>
        </p:nvSpPr>
        <p:spPr>
          <a:xfrm>
            <a:off x="353786" y="865414"/>
            <a:ext cx="2144485" cy="2031325"/>
          </a:xfrm>
          <a:prstGeom prst="rect">
            <a:avLst/>
          </a:prstGeom>
          <a:noFill/>
        </p:spPr>
        <p:txBody>
          <a:bodyPr wrap="square" rtlCol="0">
            <a:spAutoFit/>
          </a:bodyPr>
          <a:lstStyle/>
          <a:p>
            <a:r>
              <a:rPr lang="en-CH" dirty="0"/>
              <a:t>After correction of RI after the second array (matching ISI); with ballistic consolidation of only one item per array. Now test = n-AFC</a:t>
            </a:r>
          </a:p>
        </p:txBody>
      </p:sp>
    </p:spTree>
    <p:extLst>
      <p:ext uri="{BB962C8B-B14F-4D97-AF65-F5344CB8AC3E}">
        <p14:creationId xmlns:p14="http://schemas.microsoft.com/office/powerpoint/2010/main" val="1353575836"/>
      </p:ext>
    </p:extLst>
  </p:cSld>
  <p:clrMapOvr>
    <a:masterClrMapping/>
  </p:clrMapOvr>
</p:sld>
</file>

<file path=ppt/slides/slide9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pic>
        <p:nvPicPr>
          <p:cNvPr id="2" name="Picture 1">
            <a:extLst>
              <a:ext uri="{FF2B5EF4-FFF2-40B4-BE49-F238E27FC236}">
                <a16:creationId xmlns:a16="http://schemas.microsoft.com/office/drawing/2014/main" id="{59DFD3B4-90D6-996B-47C3-0C87E17C3EB0}"/>
              </a:ext>
            </a:extLst>
          </p:cNvPr>
          <p:cNvPicPr>
            <a:picLocks noChangeAspect="1"/>
          </p:cNvPicPr>
          <p:nvPr/>
        </p:nvPicPr>
        <p:blipFill>
          <a:blip r:embed="rId2"/>
          <a:stretch>
            <a:fillRect/>
          </a:stretch>
        </p:blipFill>
        <p:spPr>
          <a:xfrm>
            <a:off x="1323760" y="0"/>
            <a:ext cx="9544480" cy="6858000"/>
          </a:xfrm>
          <a:prstGeom prst="rect">
            <a:avLst/>
          </a:prstGeom>
        </p:spPr>
      </p:pic>
    </p:spTree>
    <p:extLst>
      <p:ext uri="{BB962C8B-B14F-4D97-AF65-F5344CB8AC3E}">
        <p14:creationId xmlns:p14="http://schemas.microsoft.com/office/powerpoint/2010/main" val="1331194155"/>
      </p:ext>
    </p:extLst>
  </p:cSld>
  <p:clrMapOvr>
    <a:masterClrMapping/>
  </p:clrMapOvr>
</p:sld>
</file>

<file path=ppt/slides/slide9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pic>
        <p:nvPicPr>
          <p:cNvPr id="2" name="Picture 1">
            <a:extLst>
              <a:ext uri="{FF2B5EF4-FFF2-40B4-BE49-F238E27FC236}">
                <a16:creationId xmlns:a16="http://schemas.microsoft.com/office/drawing/2014/main" id="{37B0D175-D8A3-8CBC-EC26-5E5F6CB1F3AA}"/>
              </a:ext>
            </a:extLst>
          </p:cNvPr>
          <p:cNvPicPr>
            <a:picLocks noChangeAspect="1"/>
          </p:cNvPicPr>
          <p:nvPr/>
        </p:nvPicPr>
        <p:blipFill>
          <a:blip r:embed="rId2"/>
          <a:stretch>
            <a:fillRect/>
          </a:stretch>
        </p:blipFill>
        <p:spPr>
          <a:xfrm>
            <a:off x="647517" y="0"/>
            <a:ext cx="10896966" cy="6858000"/>
          </a:xfrm>
          <a:prstGeom prst="rect">
            <a:avLst/>
          </a:prstGeom>
        </p:spPr>
      </p:pic>
    </p:spTree>
    <p:extLst>
      <p:ext uri="{BB962C8B-B14F-4D97-AF65-F5344CB8AC3E}">
        <p14:creationId xmlns:p14="http://schemas.microsoft.com/office/powerpoint/2010/main" val="975402756"/>
      </p:ext>
    </p:extLst>
  </p:cSld>
  <p:clrMapOvr>
    <a:masterClrMapping/>
  </p:clrMapOvr>
</p:sld>
</file>

<file path=ppt/slides/slide9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pic>
        <p:nvPicPr>
          <p:cNvPr id="2" name="Picture 1">
            <a:extLst>
              <a:ext uri="{FF2B5EF4-FFF2-40B4-BE49-F238E27FC236}">
                <a16:creationId xmlns:a16="http://schemas.microsoft.com/office/drawing/2014/main" id="{1E54CC18-E7A5-AC66-443D-ED9455DCC9FB}"/>
              </a:ext>
            </a:extLst>
          </p:cNvPr>
          <p:cNvPicPr>
            <a:picLocks noChangeAspect="1"/>
          </p:cNvPicPr>
          <p:nvPr/>
        </p:nvPicPr>
        <p:blipFill>
          <a:blip r:embed="rId2"/>
          <a:stretch>
            <a:fillRect/>
          </a:stretch>
        </p:blipFill>
        <p:spPr>
          <a:xfrm>
            <a:off x="1277204" y="0"/>
            <a:ext cx="10170991" cy="6858000"/>
          </a:xfrm>
          <a:prstGeom prst="rect">
            <a:avLst/>
          </a:prstGeom>
        </p:spPr>
      </p:pic>
    </p:spTree>
    <p:extLst>
      <p:ext uri="{BB962C8B-B14F-4D97-AF65-F5344CB8AC3E}">
        <p14:creationId xmlns:p14="http://schemas.microsoft.com/office/powerpoint/2010/main" val="1639460813"/>
      </p:ext>
    </p:extLst>
  </p:cSld>
  <p:clrMapOvr>
    <a:masterClrMapping/>
  </p:clrMapOvr>
</p:sld>
</file>

<file path=ppt/slides/slide9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pic>
        <p:nvPicPr>
          <p:cNvPr id="3" name="Picture 2">
            <a:extLst>
              <a:ext uri="{FF2B5EF4-FFF2-40B4-BE49-F238E27FC236}">
                <a16:creationId xmlns:a16="http://schemas.microsoft.com/office/drawing/2014/main" id="{B3A88C9E-EF8C-B05E-52C6-BC858A9F1BB7}"/>
              </a:ext>
            </a:extLst>
          </p:cNvPr>
          <p:cNvPicPr>
            <a:picLocks noChangeAspect="1"/>
          </p:cNvPicPr>
          <p:nvPr/>
        </p:nvPicPr>
        <p:blipFill>
          <a:blip r:embed="rId2"/>
          <a:stretch>
            <a:fillRect/>
          </a:stretch>
        </p:blipFill>
        <p:spPr>
          <a:xfrm>
            <a:off x="643034" y="288471"/>
            <a:ext cx="5396201" cy="6193971"/>
          </a:xfrm>
          <a:prstGeom prst="rect">
            <a:avLst/>
          </a:prstGeom>
        </p:spPr>
      </p:pic>
      <p:pic>
        <p:nvPicPr>
          <p:cNvPr id="4" name="Picture 3">
            <a:extLst>
              <a:ext uri="{FF2B5EF4-FFF2-40B4-BE49-F238E27FC236}">
                <a16:creationId xmlns:a16="http://schemas.microsoft.com/office/drawing/2014/main" id="{1CDDA8D8-D875-FF2A-9C22-D51AB78A3186}"/>
              </a:ext>
            </a:extLst>
          </p:cNvPr>
          <p:cNvPicPr>
            <a:picLocks noChangeAspect="1"/>
          </p:cNvPicPr>
          <p:nvPr/>
        </p:nvPicPr>
        <p:blipFill>
          <a:blip r:embed="rId3"/>
          <a:stretch>
            <a:fillRect/>
          </a:stretch>
        </p:blipFill>
        <p:spPr>
          <a:xfrm>
            <a:off x="5905325" y="236763"/>
            <a:ext cx="5643641" cy="6384473"/>
          </a:xfrm>
          <a:prstGeom prst="rect">
            <a:avLst/>
          </a:prstGeom>
        </p:spPr>
      </p:pic>
    </p:spTree>
    <p:extLst>
      <p:ext uri="{BB962C8B-B14F-4D97-AF65-F5344CB8AC3E}">
        <p14:creationId xmlns:p14="http://schemas.microsoft.com/office/powerpoint/2010/main" val="695428898"/>
      </p:ext>
    </p:extLst>
  </p:cSld>
  <p:clrMapOvr>
    <a:masterClrMapping/>
  </p:clrMapOvr>
</p:sld>
</file>

<file path=ppt/slides/slide9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pic>
        <p:nvPicPr>
          <p:cNvPr id="2" name="Picture 1">
            <a:extLst>
              <a:ext uri="{FF2B5EF4-FFF2-40B4-BE49-F238E27FC236}">
                <a16:creationId xmlns:a16="http://schemas.microsoft.com/office/drawing/2014/main" id="{F4CCDC34-29A4-9F81-F3DB-6E63C963F9F5}"/>
              </a:ext>
            </a:extLst>
          </p:cNvPr>
          <p:cNvPicPr>
            <a:picLocks noChangeAspect="1"/>
          </p:cNvPicPr>
          <p:nvPr/>
        </p:nvPicPr>
        <p:blipFill>
          <a:blip r:embed="rId2"/>
          <a:stretch>
            <a:fillRect/>
          </a:stretch>
        </p:blipFill>
        <p:spPr>
          <a:xfrm>
            <a:off x="746507" y="178639"/>
            <a:ext cx="7989280" cy="6407217"/>
          </a:xfrm>
          <a:prstGeom prst="rect">
            <a:avLst/>
          </a:prstGeom>
        </p:spPr>
      </p:pic>
    </p:spTree>
    <p:extLst>
      <p:ext uri="{BB962C8B-B14F-4D97-AF65-F5344CB8AC3E}">
        <p14:creationId xmlns:p14="http://schemas.microsoft.com/office/powerpoint/2010/main" val="2278601660"/>
      </p:ext>
    </p:extLst>
  </p:cSld>
  <p:clrMapOvr>
    <a:masterClrMapping/>
  </p:clrMapOvr>
</p:sld>
</file>

<file path=ppt/slides/slide10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pic>
        <p:nvPicPr>
          <p:cNvPr id="2" name="Picture 1">
            <a:extLst>
              <a:ext uri="{FF2B5EF4-FFF2-40B4-BE49-F238E27FC236}">
                <a16:creationId xmlns:a16="http://schemas.microsoft.com/office/drawing/2014/main" id="{E1D270B6-00EE-C6C7-33F5-B329C9414EBB}"/>
              </a:ext>
            </a:extLst>
          </p:cNvPr>
          <p:cNvPicPr>
            <a:picLocks noChangeAspect="1"/>
          </p:cNvPicPr>
          <p:nvPr/>
        </p:nvPicPr>
        <p:blipFill>
          <a:blip r:embed="rId2"/>
          <a:stretch>
            <a:fillRect/>
          </a:stretch>
        </p:blipFill>
        <p:spPr>
          <a:xfrm>
            <a:off x="157195" y="435428"/>
            <a:ext cx="5611754" cy="4561114"/>
          </a:xfrm>
          <a:prstGeom prst="rect">
            <a:avLst/>
          </a:prstGeom>
        </p:spPr>
      </p:pic>
      <p:pic>
        <p:nvPicPr>
          <p:cNvPr id="3" name="Picture 2">
            <a:extLst>
              <a:ext uri="{FF2B5EF4-FFF2-40B4-BE49-F238E27FC236}">
                <a16:creationId xmlns:a16="http://schemas.microsoft.com/office/drawing/2014/main" id="{FA1336B1-DD10-5654-099A-0D9DCD0EF500}"/>
              </a:ext>
            </a:extLst>
          </p:cNvPr>
          <p:cNvPicPr>
            <a:picLocks noChangeAspect="1"/>
          </p:cNvPicPr>
          <p:nvPr/>
        </p:nvPicPr>
        <p:blipFill>
          <a:blip r:embed="rId3"/>
          <a:stretch>
            <a:fillRect/>
          </a:stretch>
        </p:blipFill>
        <p:spPr>
          <a:xfrm>
            <a:off x="5161762" y="2078458"/>
            <a:ext cx="6600252" cy="4970041"/>
          </a:xfrm>
          <a:prstGeom prst="rect">
            <a:avLst/>
          </a:prstGeom>
        </p:spPr>
      </p:pic>
      <p:sp>
        <p:nvSpPr>
          <p:cNvPr id="4" name="TextBox 3">
            <a:extLst>
              <a:ext uri="{FF2B5EF4-FFF2-40B4-BE49-F238E27FC236}">
                <a16:creationId xmlns:a16="http://schemas.microsoft.com/office/drawing/2014/main" id="{99567A09-1FE1-5736-B943-A857ED92E064}"/>
              </a:ext>
            </a:extLst>
          </p:cNvPr>
          <p:cNvSpPr txBox="1"/>
          <p:nvPr/>
        </p:nvSpPr>
        <p:spPr>
          <a:xfrm>
            <a:off x="6052457" y="767443"/>
            <a:ext cx="2395977" cy="369332"/>
          </a:xfrm>
          <a:prstGeom prst="rect">
            <a:avLst/>
          </a:prstGeom>
          <a:noFill/>
        </p:spPr>
        <p:txBody>
          <a:bodyPr wrap="none" rtlCol="0">
            <a:spAutoFit/>
          </a:bodyPr>
          <a:lstStyle/>
          <a:p>
            <a:r>
              <a:rPr lang="en-CH" dirty="0"/>
              <a:t>Now with </a:t>
            </a:r>
            <a:r>
              <a:rPr lang="en-CH" dirty="0" err="1"/>
              <a:t>P.ballistic</a:t>
            </a:r>
            <a:r>
              <a:rPr lang="en-CH" dirty="0"/>
              <a:t> = 1</a:t>
            </a:r>
          </a:p>
        </p:txBody>
      </p:sp>
    </p:spTree>
    <p:extLst>
      <p:ext uri="{BB962C8B-B14F-4D97-AF65-F5344CB8AC3E}">
        <p14:creationId xmlns:p14="http://schemas.microsoft.com/office/powerpoint/2010/main" val="185403784"/>
      </p:ext>
    </p:extLst>
  </p:cSld>
  <p:clrMapOvr>
    <a:masterClrMapping/>
  </p:clrMapOvr>
</p:sld>
</file>

<file path=ppt/slides/slide10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pic>
        <p:nvPicPr>
          <p:cNvPr id="2" name="Picture 1">
            <a:extLst>
              <a:ext uri="{FF2B5EF4-FFF2-40B4-BE49-F238E27FC236}">
                <a16:creationId xmlns:a16="http://schemas.microsoft.com/office/drawing/2014/main" id="{0792007B-AB7A-C54F-3E5B-CB3208552A81}"/>
              </a:ext>
            </a:extLst>
          </p:cNvPr>
          <p:cNvPicPr>
            <a:picLocks noChangeAspect="1"/>
          </p:cNvPicPr>
          <p:nvPr/>
        </p:nvPicPr>
        <p:blipFill>
          <a:blip r:embed="rId2"/>
          <a:stretch>
            <a:fillRect/>
          </a:stretch>
        </p:blipFill>
        <p:spPr>
          <a:xfrm>
            <a:off x="589479" y="0"/>
            <a:ext cx="8487555" cy="6858000"/>
          </a:xfrm>
          <a:prstGeom prst="rect">
            <a:avLst/>
          </a:prstGeom>
        </p:spPr>
      </p:pic>
      <p:sp>
        <p:nvSpPr>
          <p:cNvPr id="3" name="TextBox 2">
            <a:extLst>
              <a:ext uri="{FF2B5EF4-FFF2-40B4-BE49-F238E27FC236}">
                <a16:creationId xmlns:a16="http://schemas.microsoft.com/office/drawing/2014/main" id="{69B8CB45-415F-4B1B-9D53-BDFE19E08FC6}"/>
              </a:ext>
            </a:extLst>
          </p:cNvPr>
          <p:cNvSpPr txBox="1"/>
          <p:nvPr/>
        </p:nvSpPr>
        <p:spPr>
          <a:xfrm>
            <a:off x="8441871" y="908957"/>
            <a:ext cx="3238500" cy="2585323"/>
          </a:xfrm>
          <a:prstGeom prst="rect">
            <a:avLst/>
          </a:prstGeom>
          <a:noFill/>
        </p:spPr>
        <p:txBody>
          <a:bodyPr wrap="square" rtlCol="0">
            <a:spAutoFit/>
          </a:bodyPr>
          <a:lstStyle/>
          <a:p>
            <a:r>
              <a:rPr lang="en-CH" dirty="0"/>
              <a:t>Explanation: At small set size, consolidation causes overtime only at short SOA (at long SOA, consolidation is always over before the end of the SOA). Longer set sizes cause overtime also at long </a:t>
            </a:r>
            <a:r>
              <a:rPr lang="en-CH" dirty="0" err="1"/>
              <a:t>SOAs</a:t>
            </a:r>
            <a:r>
              <a:rPr lang="en-CH" dirty="0"/>
              <a:t>, because often one consolidation process is still ongoing.  </a:t>
            </a:r>
          </a:p>
        </p:txBody>
      </p:sp>
    </p:spTree>
    <p:extLst>
      <p:ext uri="{BB962C8B-B14F-4D97-AF65-F5344CB8AC3E}">
        <p14:creationId xmlns:p14="http://schemas.microsoft.com/office/powerpoint/2010/main" val="3117007375"/>
      </p:ext>
    </p:extLst>
  </p:cSld>
  <p:clrMapOvr>
    <a:masterClrMapping/>
  </p:clrMapOvr>
</p:sld>
</file>

<file path=ppt/slides/slide10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pic>
        <p:nvPicPr>
          <p:cNvPr id="2" name="Picture 1">
            <a:extLst>
              <a:ext uri="{FF2B5EF4-FFF2-40B4-BE49-F238E27FC236}">
                <a16:creationId xmlns:a16="http://schemas.microsoft.com/office/drawing/2014/main" id="{DD5C4E78-F067-F261-E069-DF506B35ED3D}"/>
              </a:ext>
            </a:extLst>
          </p:cNvPr>
          <p:cNvPicPr>
            <a:picLocks noChangeAspect="1"/>
          </p:cNvPicPr>
          <p:nvPr/>
        </p:nvPicPr>
        <p:blipFill>
          <a:blip r:embed="rId2"/>
          <a:stretch>
            <a:fillRect/>
          </a:stretch>
        </p:blipFill>
        <p:spPr>
          <a:xfrm>
            <a:off x="707656" y="759197"/>
            <a:ext cx="10477415" cy="6011717"/>
          </a:xfrm>
          <a:prstGeom prst="rect">
            <a:avLst/>
          </a:prstGeom>
        </p:spPr>
      </p:pic>
    </p:spTree>
    <p:extLst>
      <p:ext uri="{BB962C8B-B14F-4D97-AF65-F5344CB8AC3E}">
        <p14:creationId xmlns:p14="http://schemas.microsoft.com/office/powerpoint/2010/main" val="4161057897"/>
      </p:ext>
    </p:extLst>
  </p:cSld>
  <p:clrMapOvr>
    <a:masterClrMapping/>
  </p:clrMapOvr>
</p:sld>
</file>

<file path=ppt/slides/slide10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pic>
        <p:nvPicPr>
          <p:cNvPr id="4" name="Picture 3">
            <a:extLst>
              <a:ext uri="{FF2B5EF4-FFF2-40B4-BE49-F238E27FC236}">
                <a16:creationId xmlns:a16="http://schemas.microsoft.com/office/drawing/2014/main" id="{A1667A31-B97A-CEF2-3DB1-9C2C2700DB7F}"/>
              </a:ext>
            </a:extLst>
          </p:cNvPr>
          <p:cNvPicPr>
            <a:picLocks noChangeAspect="1"/>
          </p:cNvPicPr>
          <p:nvPr/>
        </p:nvPicPr>
        <p:blipFill>
          <a:blip r:embed="rId2"/>
          <a:stretch>
            <a:fillRect/>
          </a:stretch>
        </p:blipFill>
        <p:spPr>
          <a:xfrm>
            <a:off x="-48132" y="171449"/>
            <a:ext cx="6269318" cy="6515100"/>
          </a:xfrm>
          <a:prstGeom prst="rect">
            <a:avLst/>
          </a:prstGeom>
        </p:spPr>
      </p:pic>
      <p:pic>
        <p:nvPicPr>
          <p:cNvPr id="3" name="Picture 2">
            <a:extLst>
              <a:ext uri="{FF2B5EF4-FFF2-40B4-BE49-F238E27FC236}">
                <a16:creationId xmlns:a16="http://schemas.microsoft.com/office/drawing/2014/main" id="{C5743682-6E83-4FEF-C783-E5FD54D3605F}"/>
              </a:ext>
            </a:extLst>
          </p:cNvPr>
          <p:cNvPicPr>
            <a:picLocks noChangeAspect="1"/>
          </p:cNvPicPr>
          <p:nvPr/>
        </p:nvPicPr>
        <p:blipFill>
          <a:blip r:embed="rId3"/>
          <a:stretch>
            <a:fillRect/>
          </a:stretch>
        </p:blipFill>
        <p:spPr>
          <a:xfrm>
            <a:off x="5758543" y="231321"/>
            <a:ext cx="6134099" cy="6395357"/>
          </a:xfrm>
          <a:prstGeom prst="rect">
            <a:avLst/>
          </a:prstGeom>
        </p:spPr>
      </p:pic>
      <p:sp>
        <p:nvSpPr>
          <p:cNvPr id="5" name="TextBox 4">
            <a:extLst>
              <a:ext uri="{FF2B5EF4-FFF2-40B4-BE49-F238E27FC236}">
                <a16:creationId xmlns:a16="http://schemas.microsoft.com/office/drawing/2014/main" id="{446459EB-72F7-D0DB-CAF4-F7256343089F}"/>
              </a:ext>
            </a:extLst>
          </p:cNvPr>
          <p:cNvSpPr txBox="1"/>
          <p:nvPr/>
        </p:nvSpPr>
        <p:spPr>
          <a:xfrm>
            <a:off x="3516086" y="4239986"/>
            <a:ext cx="2155371" cy="1200329"/>
          </a:xfrm>
          <a:prstGeom prst="rect">
            <a:avLst/>
          </a:prstGeom>
          <a:noFill/>
        </p:spPr>
        <p:txBody>
          <a:bodyPr wrap="square" rtlCol="0">
            <a:spAutoFit/>
          </a:bodyPr>
          <a:lstStyle/>
          <a:p>
            <a:r>
              <a:rPr lang="en-CH" dirty="0"/>
              <a:t>After applying ballistic to the entire array, and </a:t>
            </a:r>
            <a:r>
              <a:rPr lang="en-CH" dirty="0" err="1"/>
              <a:t>P.ballistic</a:t>
            </a:r>
            <a:r>
              <a:rPr lang="en-CH" dirty="0"/>
              <a:t> = 1</a:t>
            </a:r>
          </a:p>
        </p:txBody>
      </p:sp>
    </p:spTree>
    <p:extLst>
      <p:ext uri="{BB962C8B-B14F-4D97-AF65-F5344CB8AC3E}">
        <p14:creationId xmlns:p14="http://schemas.microsoft.com/office/powerpoint/2010/main" val="1617590634"/>
      </p:ext>
    </p:extLst>
  </p:cSld>
  <p:clrMapOvr>
    <a:masterClrMapping/>
  </p:clrMapOvr>
</p:sld>
</file>

<file path=ppt/slides/slide10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pic>
        <p:nvPicPr>
          <p:cNvPr id="2" name="Picture 1">
            <a:extLst>
              <a:ext uri="{FF2B5EF4-FFF2-40B4-BE49-F238E27FC236}">
                <a16:creationId xmlns:a16="http://schemas.microsoft.com/office/drawing/2014/main" id="{6681B36E-838B-F9AB-2676-2018832664B1}"/>
              </a:ext>
            </a:extLst>
          </p:cNvPr>
          <p:cNvPicPr>
            <a:picLocks noChangeAspect="1"/>
          </p:cNvPicPr>
          <p:nvPr/>
        </p:nvPicPr>
        <p:blipFill>
          <a:blip r:embed="rId2"/>
          <a:stretch>
            <a:fillRect/>
          </a:stretch>
        </p:blipFill>
        <p:spPr>
          <a:xfrm>
            <a:off x="1426028" y="440870"/>
            <a:ext cx="8171543" cy="6128657"/>
          </a:xfrm>
          <a:prstGeom prst="rect">
            <a:avLst/>
          </a:prstGeom>
        </p:spPr>
      </p:pic>
    </p:spTree>
    <p:extLst>
      <p:ext uri="{BB962C8B-B14F-4D97-AF65-F5344CB8AC3E}">
        <p14:creationId xmlns:p14="http://schemas.microsoft.com/office/powerpoint/2010/main" val="3264020042"/>
      </p:ext>
    </p:extLst>
  </p:cSld>
  <p:clrMapOvr>
    <a:masterClrMapping/>
  </p:clrMapOvr>
</p:sld>
</file>

<file path=ppt/slides/slide10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pic>
        <p:nvPicPr>
          <p:cNvPr id="2" name="Picture 1">
            <a:extLst>
              <a:ext uri="{FF2B5EF4-FFF2-40B4-BE49-F238E27FC236}">
                <a16:creationId xmlns:a16="http://schemas.microsoft.com/office/drawing/2014/main" id="{B15D6403-34EB-AE06-B254-34960F9EBBF1}"/>
              </a:ext>
            </a:extLst>
          </p:cNvPr>
          <p:cNvPicPr>
            <a:picLocks noChangeAspect="1"/>
          </p:cNvPicPr>
          <p:nvPr/>
        </p:nvPicPr>
        <p:blipFill>
          <a:blip r:embed="rId2"/>
          <a:stretch>
            <a:fillRect/>
          </a:stretch>
        </p:blipFill>
        <p:spPr>
          <a:xfrm>
            <a:off x="0" y="-87085"/>
            <a:ext cx="6417557" cy="5045528"/>
          </a:xfrm>
          <a:prstGeom prst="rect">
            <a:avLst/>
          </a:prstGeom>
        </p:spPr>
      </p:pic>
      <p:pic>
        <p:nvPicPr>
          <p:cNvPr id="3" name="Picture 2">
            <a:extLst>
              <a:ext uri="{FF2B5EF4-FFF2-40B4-BE49-F238E27FC236}">
                <a16:creationId xmlns:a16="http://schemas.microsoft.com/office/drawing/2014/main" id="{558B9380-1E01-6227-10BA-9F844D781AFD}"/>
              </a:ext>
            </a:extLst>
          </p:cNvPr>
          <p:cNvPicPr>
            <a:picLocks noChangeAspect="1"/>
          </p:cNvPicPr>
          <p:nvPr/>
        </p:nvPicPr>
        <p:blipFill>
          <a:blip r:embed="rId3"/>
          <a:stretch>
            <a:fillRect/>
          </a:stretch>
        </p:blipFill>
        <p:spPr>
          <a:xfrm>
            <a:off x="5683043" y="2220380"/>
            <a:ext cx="5665314" cy="4501548"/>
          </a:xfrm>
          <a:prstGeom prst="rect">
            <a:avLst/>
          </a:prstGeom>
        </p:spPr>
      </p:pic>
    </p:spTree>
    <p:extLst>
      <p:ext uri="{BB962C8B-B14F-4D97-AF65-F5344CB8AC3E}">
        <p14:creationId xmlns:p14="http://schemas.microsoft.com/office/powerpoint/2010/main" val="2511524100"/>
      </p:ext>
    </p:extLst>
  </p:cSld>
  <p:clrMapOvr>
    <a:masterClrMapping/>
  </p:clrMapOvr>
</p:sld>
</file>

<file path=ppt/slides/slide10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pic>
        <p:nvPicPr>
          <p:cNvPr id="2" name="Picture 1">
            <a:extLst>
              <a:ext uri="{FF2B5EF4-FFF2-40B4-BE49-F238E27FC236}">
                <a16:creationId xmlns:a16="http://schemas.microsoft.com/office/drawing/2014/main" id="{16B01CF1-662F-BCE1-94D4-73AC5F4EBA01}"/>
              </a:ext>
            </a:extLst>
          </p:cNvPr>
          <p:cNvPicPr>
            <a:picLocks noChangeAspect="1"/>
          </p:cNvPicPr>
          <p:nvPr/>
        </p:nvPicPr>
        <p:blipFill>
          <a:blip r:embed="rId2"/>
          <a:stretch>
            <a:fillRect/>
          </a:stretch>
        </p:blipFill>
        <p:spPr>
          <a:xfrm>
            <a:off x="237379" y="65315"/>
            <a:ext cx="6147907" cy="6858000"/>
          </a:xfrm>
          <a:prstGeom prst="rect">
            <a:avLst/>
          </a:prstGeom>
        </p:spPr>
      </p:pic>
      <p:pic>
        <p:nvPicPr>
          <p:cNvPr id="3" name="Picture 2">
            <a:extLst>
              <a:ext uri="{FF2B5EF4-FFF2-40B4-BE49-F238E27FC236}">
                <a16:creationId xmlns:a16="http://schemas.microsoft.com/office/drawing/2014/main" id="{CA7AB1FC-0786-688A-EEB7-B7B55F7BF8AA}"/>
              </a:ext>
            </a:extLst>
          </p:cNvPr>
          <p:cNvPicPr>
            <a:picLocks noChangeAspect="1"/>
          </p:cNvPicPr>
          <p:nvPr/>
        </p:nvPicPr>
        <p:blipFill>
          <a:blip r:embed="rId3"/>
          <a:stretch>
            <a:fillRect/>
          </a:stretch>
        </p:blipFill>
        <p:spPr>
          <a:xfrm>
            <a:off x="6044093" y="65315"/>
            <a:ext cx="6147907" cy="6858000"/>
          </a:xfrm>
          <a:prstGeom prst="rect">
            <a:avLst/>
          </a:prstGeom>
        </p:spPr>
      </p:pic>
    </p:spTree>
    <p:extLst>
      <p:ext uri="{BB962C8B-B14F-4D97-AF65-F5344CB8AC3E}">
        <p14:creationId xmlns:p14="http://schemas.microsoft.com/office/powerpoint/2010/main" val="1027871666"/>
      </p:ext>
    </p:extLst>
  </p:cSld>
  <p:clrMapOvr>
    <a:masterClrMapping/>
  </p:clrMapOvr>
</p:sld>
</file>

<file path=ppt/slides/slide10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TextBox 2">
            <a:extLst>
              <a:ext uri="{FF2B5EF4-FFF2-40B4-BE49-F238E27FC236}">
                <a16:creationId xmlns:a16="http://schemas.microsoft.com/office/drawing/2014/main" id="{C4B451BD-8376-69A2-463E-BEE07F5738F3}"/>
              </a:ext>
            </a:extLst>
          </p:cNvPr>
          <p:cNvSpPr txBox="1"/>
          <p:nvPr/>
        </p:nvSpPr>
        <p:spPr>
          <a:xfrm>
            <a:off x="397329" y="647700"/>
            <a:ext cx="4327071" cy="369332"/>
          </a:xfrm>
          <a:prstGeom prst="rect">
            <a:avLst/>
          </a:prstGeom>
          <a:noFill/>
        </p:spPr>
        <p:txBody>
          <a:bodyPr wrap="square" rtlCol="0">
            <a:spAutoFit/>
          </a:bodyPr>
          <a:lstStyle/>
          <a:p>
            <a:r>
              <a:rPr lang="en-CH" dirty="0" err="1"/>
              <a:t>IMTrackSignals</a:t>
            </a:r>
            <a:endParaRPr lang="en-CH" dirty="0"/>
          </a:p>
        </p:txBody>
      </p:sp>
      <p:pic>
        <p:nvPicPr>
          <p:cNvPr id="4" name="Picture 3">
            <a:extLst>
              <a:ext uri="{FF2B5EF4-FFF2-40B4-BE49-F238E27FC236}">
                <a16:creationId xmlns:a16="http://schemas.microsoft.com/office/drawing/2014/main" id="{FF1CC830-8C46-286F-00D4-E39897892EFB}"/>
              </a:ext>
            </a:extLst>
          </p:cNvPr>
          <p:cNvPicPr>
            <a:picLocks noChangeAspect="1"/>
          </p:cNvPicPr>
          <p:nvPr/>
        </p:nvPicPr>
        <p:blipFill>
          <a:blip r:embed="rId2"/>
          <a:stretch>
            <a:fillRect/>
          </a:stretch>
        </p:blipFill>
        <p:spPr>
          <a:xfrm>
            <a:off x="109257" y="1409699"/>
            <a:ext cx="6028244" cy="4631871"/>
          </a:xfrm>
          <a:prstGeom prst="rect">
            <a:avLst/>
          </a:prstGeom>
        </p:spPr>
      </p:pic>
      <p:pic>
        <p:nvPicPr>
          <p:cNvPr id="5" name="Picture 4">
            <a:extLst>
              <a:ext uri="{FF2B5EF4-FFF2-40B4-BE49-F238E27FC236}">
                <a16:creationId xmlns:a16="http://schemas.microsoft.com/office/drawing/2014/main" id="{93FE2F01-1CBE-989E-87CE-572B5524D794}"/>
              </a:ext>
            </a:extLst>
          </p:cNvPr>
          <p:cNvPicPr>
            <a:picLocks noChangeAspect="1"/>
          </p:cNvPicPr>
          <p:nvPr/>
        </p:nvPicPr>
        <p:blipFill>
          <a:blip r:embed="rId3"/>
          <a:stretch>
            <a:fillRect/>
          </a:stretch>
        </p:blipFill>
        <p:spPr>
          <a:xfrm>
            <a:off x="5723636" y="647700"/>
            <a:ext cx="6978974" cy="5562600"/>
          </a:xfrm>
          <a:prstGeom prst="rect">
            <a:avLst/>
          </a:prstGeom>
        </p:spPr>
      </p:pic>
    </p:spTree>
    <p:extLst>
      <p:ext uri="{BB962C8B-B14F-4D97-AF65-F5344CB8AC3E}">
        <p14:creationId xmlns:p14="http://schemas.microsoft.com/office/powerpoint/2010/main" val="3289430125"/>
      </p:ext>
    </p:extLst>
  </p:cSld>
  <p:clrMapOvr>
    <a:masterClrMapping/>
  </p:clrMapOvr>
</p:sld>
</file>

<file path=ppt/slides/slide10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pic>
        <p:nvPicPr>
          <p:cNvPr id="2" name="Picture 1">
            <a:extLst>
              <a:ext uri="{FF2B5EF4-FFF2-40B4-BE49-F238E27FC236}">
                <a16:creationId xmlns:a16="http://schemas.microsoft.com/office/drawing/2014/main" id="{6497844E-5751-69CB-9169-78BE553A1E1F}"/>
              </a:ext>
            </a:extLst>
          </p:cNvPr>
          <p:cNvPicPr>
            <a:picLocks noChangeAspect="1"/>
          </p:cNvPicPr>
          <p:nvPr/>
        </p:nvPicPr>
        <p:blipFill>
          <a:blip r:embed="rId2"/>
          <a:stretch>
            <a:fillRect/>
          </a:stretch>
        </p:blipFill>
        <p:spPr>
          <a:xfrm>
            <a:off x="-200527" y="1036320"/>
            <a:ext cx="6371172" cy="5247805"/>
          </a:xfrm>
          <a:prstGeom prst="rect">
            <a:avLst/>
          </a:prstGeom>
        </p:spPr>
      </p:pic>
      <p:pic>
        <p:nvPicPr>
          <p:cNvPr id="3" name="Picture 2">
            <a:extLst>
              <a:ext uri="{FF2B5EF4-FFF2-40B4-BE49-F238E27FC236}">
                <a16:creationId xmlns:a16="http://schemas.microsoft.com/office/drawing/2014/main" id="{6EB0963B-5EC4-58BB-166F-42C4B42F3751}"/>
              </a:ext>
            </a:extLst>
          </p:cNvPr>
          <p:cNvPicPr>
            <a:picLocks noChangeAspect="1"/>
          </p:cNvPicPr>
          <p:nvPr/>
        </p:nvPicPr>
        <p:blipFill>
          <a:blip r:embed="rId3"/>
          <a:stretch>
            <a:fillRect/>
          </a:stretch>
        </p:blipFill>
        <p:spPr>
          <a:xfrm>
            <a:off x="5897305" y="1036320"/>
            <a:ext cx="5872301" cy="5164677"/>
          </a:xfrm>
          <a:prstGeom prst="rect">
            <a:avLst/>
          </a:prstGeom>
        </p:spPr>
      </p:pic>
    </p:spTree>
    <p:extLst>
      <p:ext uri="{BB962C8B-B14F-4D97-AF65-F5344CB8AC3E}">
        <p14:creationId xmlns:p14="http://schemas.microsoft.com/office/powerpoint/2010/main" val="3813006027"/>
      </p:ext>
    </p:extLst>
  </p:cSld>
  <p:clrMapOvr>
    <a:masterClrMapping/>
  </p:clrMapOvr>
</p:sld>
</file>

<file path=ppt/slides/slide10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pic>
        <p:nvPicPr>
          <p:cNvPr id="4" name="Picture 3">
            <a:extLst>
              <a:ext uri="{FF2B5EF4-FFF2-40B4-BE49-F238E27FC236}">
                <a16:creationId xmlns:a16="http://schemas.microsoft.com/office/drawing/2014/main" id="{E3C8A63E-C69F-28A6-F9E9-6FC4A84B1EE1}"/>
              </a:ext>
            </a:extLst>
          </p:cNvPr>
          <p:cNvPicPr>
            <a:picLocks noChangeAspect="1"/>
          </p:cNvPicPr>
          <p:nvPr/>
        </p:nvPicPr>
        <p:blipFill>
          <a:blip r:embed="rId2"/>
          <a:stretch>
            <a:fillRect/>
          </a:stretch>
        </p:blipFill>
        <p:spPr>
          <a:xfrm>
            <a:off x="1626181" y="0"/>
            <a:ext cx="8939638" cy="6858000"/>
          </a:xfrm>
          <a:prstGeom prst="rect">
            <a:avLst/>
          </a:prstGeom>
        </p:spPr>
      </p:pic>
    </p:spTree>
    <p:extLst>
      <p:ext uri="{BB962C8B-B14F-4D97-AF65-F5344CB8AC3E}">
        <p14:creationId xmlns:p14="http://schemas.microsoft.com/office/powerpoint/2010/main" val="3752027957"/>
      </p:ext>
    </p:extLst>
  </p:cSld>
  <p:clrMapOvr>
    <a:masterClrMapping/>
  </p:clrMapOvr>
</p:sld>
</file>

<file path=ppt/slides/slide11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TextBox 2">
            <a:extLst>
              <a:ext uri="{FF2B5EF4-FFF2-40B4-BE49-F238E27FC236}">
                <a16:creationId xmlns:a16="http://schemas.microsoft.com/office/drawing/2014/main" id="{91229CBC-EC93-6A45-AF69-0679A7E59A93}"/>
              </a:ext>
            </a:extLst>
          </p:cNvPr>
          <p:cNvSpPr txBox="1"/>
          <p:nvPr/>
        </p:nvSpPr>
        <p:spPr>
          <a:xfrm>
            <a:off x="81643" y="201386"/>
            <a:ext cx="1640877" cy="646331"/>
          </a:xfrm>
          <a:prstGeom prst="rect">
            <a:avLst/>
          </a:prstGeom>
          <a:noFill/>
        </p:spPr>
        <p:txBody>
          <a:bodyPr wrap="square" rtlCol="0">
            <a:spAutoFit/>
          </a:bodyPr>
          <a:lstStyle/>
          <a:p>
            <a:r>
              <a:rPr lang="en-CH" dirty="0"/>
              <a:t>Sequential presentation</a:t>
            </a:r>
          </a:p>
        </p:txBody>
      </p:sp>
      <p:pic>
        <p:nvPicPr>
          <p:cNvPr id="5" name="Picture 4">
            <a:extLst>
              <a:ext uri="{FF2B5EF4-FFF2-40B4-BE49-F238E27FC236}">
                <a16:creationId xmlns:a16="http://schemas.microsoft.com/office/drawing/2014/main" id="{2EC3CB25-08C4-53CB-90CB-A075F8399190}"/>
              </a:ext>
            </a:extLst>
          </p:cNvPr>
          <p:cNvPicPr>
            <a:picLocks noChangeAspect="1"/>
          </p:cNvPicPr>
          <p:nvPr/>
        </p:nvPicPr>
        <p:blipFill>
          <a:blip r:embed="rId2"/>
          <a:stretch>
            <a:fillRect/>
          </a:stretch>
        </p:blipFill>
        <p:spPr>
          <a:xfrm>
            <a:off x="5347103" y="847717"/>
            <a:ext cx="6893883" cy="5595256"/>
          </a:xfrm>
          <a:prstGeom prst="rect">
            <a:avLst/>
          </a:prstGeom>
        </p:spPr>
      </p:pic>
      <p:pic>
        <p:nvPicPr>
          <p:cNvPr id="7" name="Picture 6">
            <a:extLst>
              <a:ext uri="{FF2B5EF4-FFF2-40B4-BE49-F238E27FC236}">
                <a16:creationId xmlns:a16="http://schemas.microsoft.com/office/drawing/2014/main" id="{42EB7E8F-9FDF-BADD-508A-E877F6489EC4}"/>
              </a:ext>
            </a:extLst>
          </p:cNvPr>
          <p:cNvPicPr>
            <a:picLocks noChangeAspect="1"/>
          </p:cNvPicPr>
          <p:nvPr/>
        </p:nvPicPr>
        <p:blipFill>
          <a:blip r:embed="rId3"/>
          <a:stretch>
            <a:fillRect/>
          </a:stretch>
        </p:blipFill>
        <p:spPr>
          <a:xfrm>
            <a:off x="-70287" y="838200"/>
            <a:ext cx="5850601" cy="5342523"/>
          </a:xfrm>
          <a:prstGeom prst="rect">
            <a:avLst/>
          </a:prstGeom>
        </p:spPr>
      </p:pic>
    </p:spTree>
    <p:extLst>
      <p:ext uri="{BB962C8B-B14F-4D97-AF65-F5344CB8AC3E}">
        <p14:creationId xmlns:p14="http://schemas.microsoft.com/office/powerpoint/2010/main" val="4240483256"/>
      </p:ext>
    </p:extLst>
  </p:cSld>
  <p:clrMapOvr>
    <a:masterClrMapping/>
  </p:clrMapOvr>
</p:sld>
</file>

<file path=ppt/slides/slide11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pic>
        <p:nvPicPr>
          <p:cNvPr id="3" name="Picture 2">
            <a:extLst>
              <a:ext uri="{FF2B5EF4-FFF2-40B4-BE49-F238E27FC236}">
                <a16:creationId xmlns:a16="http://schemas.microsoft.com/office/drawing/2014/main" id="{BC25B00A-B6F8-94DA-90A5-BC461C306F45}"/>
              </a:ext>
            </a:extLst>
          </p:cNvPr>
          <p:cNvPicPr>
            <a:picLocks noChangeAspect="1"/>
          </p:cNvPicPr>
          <p:nvPr/>
        </p:nvPicPr>
        <p:blipFill>
          <a:blip r:embed="rId2"/>
          <a:stretch>
            <a:fillRect/>
          </a:stretch>
        </p:blipFill>
        <p:spPr>
          <a:xfrm>
            <a:off x="1503734" y="0"/>
            <a:ext cx="9184532" cy="6858000"/>
          </a:xfrm>
          <a:prstGeom prst="rect">
            <a:avLst/>
          </a:prstGeom>
        </p:spPr>
      </p:pic>
    </p:spTree>
    <p:extLst>
      <p:ext uri="{BB962C8B-B14F-4D97-AF65-F5344CB8AC3E}">
        <p14:creationId xmlns:p14="http://schemas.microsoft.com/office/powerpoint/2010/main" val="4000849329"/>
      </p:ext>
    </p:extLst>
  </p:cSld>
  <p:clrMapOvr>
    <a:masterClrMapping/>
  </p:clrMapOvr>
</p:sld>
</file>

<file path=ppt/slides/slide11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pic>
        <p:nvPicPr>
          <p:cNvPr id="2" name="Picture 1">
            <a:extLst>
              <a:ext uri="{FF2B5EF4-FFF2-40B4-BE49-F238E27FC236}">
                <a16:creationId xmlns:a16="http://schemas.microsoft.com/office/drawing/2014/main" id="{467C9704-1CE2-2D2D-A69C-3A6A6BEBCA97}"/>
              </a:ext>
            </a:extLst>
          </p:cNvPr>
          <p:cNvPicPr>
            <a:picLocks noChangeAspect="1"/>
          </p:cNvPicPr>
          <p:nvPr/>
        </p:nvPicPr>
        <p:blipFill>
          <a:blip r:embed="rId2"/>
          <a:stretch>
            <a:fillRect/>
          </a:stretch>
        </p:blipFill>
        <p:spPr>
          <a:xfrm>
            <a:off x="1481971" y="373138"/>
            <a:ext cx="10710029" cy="5875641"/>
          </a:xfrm>
          <a:prstGeom prst="rect">
            <a:avLst/>
          </a:prstGeom>
        </p:spPr>
      </p:pic>
      <p:pic>
        <p:nvPicPr>
          <p:cNvPr id="3" name="Picture 2">
            <a:extLst>
              <a:ext uri="{FF2B5EF4-FFF2-40B4-BE49-F238E27FC236}">
                <a16:creationId xmlns:a16="http://schemas.microsoft.com/office/drawing/2014/main" id="{EF4C17FF-6490-D830-5B48-9F51F6C96C71}"/>
              </a:ext>
            </a:extLst>
          </p:cNvPr>
          <p:cNvPicPr>
            <a:picLocks noChangeAspect="1"/>
          </p:cNvPicPr>
          <p:nvPr/>
        </p:nvPicPr>
        <p:blipFill>
          <a:blip r:embed="rId3"/>
          <a:stretch>
            <a:fillRect/>
          </a:stretch>
        </p:blipFill>
        <p:spPr>
          <a:xfrm>
            <a:off x="1578399" y="288470"/>
            <a:ext cx="9131630" cy="6531429"/>
          </a:xfrm>
          <a:prstGeom prst="rect">
            <a:avLst/>
          </a:prstGeom>
        </p:spPr>
      </p:pic>
      <p:sp>
        <p:nvSpPr>
          <p:cNvPr id="4" name="TextBox 3">
            <a:extLst>
              <a:ext uri="{FF2B5EF4-FFF2-40B4-BE49-F238E27FC236}">
                <a16:creationId xmlns:a16="http://schemas.microsoft.com/office/drawing/2014/main" id="{54E67F15-5B5F-0C7C-21A1-3FC75EB5D051}"/>
              </a:ext>
            </a:extLst>
          </p:cNvPr>
          <p:cNvSpPr txBox="1"/>
          <p:nvPr/>
        </p:nvSpPr>
        <p:spPr>
          <a:xfrm>
            <a:off x="299358" y="751114"/>
            <a:ext cx="1779814" cy="2031325"/>
          </a:xfrm>
          <a:prstGeom prst="rect">
            <a:avLst/>
          </a:prstGeom>
          <a:noFill/>
        </p:spPr>
        <p:txBody>
          <a:bodyPr wrap="square" rtlCol="0">
            <a:spAutoFit/>
          </a:bodyPr>
          <a:lstStyle/>
          <a:p>
            <a:r>
              <a:rPr lang="en-CH" dirty="0"/>
              <a:t>Underlying figure: Before placing </a:t>
            </a:r>
            <a:r>
              <a:rPr lang="en-CH" dirty="0" err="1"/>
              <a:t>IndDiff</a:t>
            </a:r>
            <a:r>
              <a:rPr lang="en-CH" dirty="0"/>
              <a:t> after mechanism implementation; overlaid figure: after ...</a:t>
            </a:r>
          </a:p>
        </p:txBody>
      </p:sp>
    </p:spTree>
    <p:extLst>
      <p:ext uri="{BB962C8B-B14F-4D97-AF65-F5344CB8AC3E}">
        <p14:creationId xmlns:p14="http://schemas.microsoft.com/office/powerpoint/2010/main" val="1448594032"/>
      </p:ext>
    </p:extLst>
  </p:cSld>
  <p:clrMapOvr>
    <a:masterClrMapping/>
  </p:clrMapOvr>
</p:sld>
</file>

<file path=ppt/slides/slide11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pic>
        <p:nvPicPr>
          <p:cNvPr id="2" name="Picture 1">
            <a:extLst>
              <a:ext uri="{FF2B5EF4-FFF2-40B4-BE49-F238E27FC236}">
                <a16:creationId xmlns:a16="http://schemas.microsoft.com/office/drawing/2014/main" id="{170C17B9-09D8-0B08-5212-7A57D30B9072}"/>
              </a:ext>
            </a:extLst>
          </p:cNvPr>
          <p:cNvPicPr>
            <a:picLocks noChangeAspect="1"/>
          </p:cNvPicPr>
          <p:nvPr/>
        </p:nvPicPr>
        <p:blipFill>
          <a:blip r:embed="rId2"/>
          <a:stretch>
            <a:fillRect/>
          </a:stretch>
        </p:blipFill>
        <p:spPr>
          <a:xfrm>
            <a:off x="838200" y="544512"/>
            <a:ext cx="11353800" cy="6228821"/>
          </a:xfrm>
          <a:prstGeom prst="rect">
            <a:avLst/>
          </a:prstGeom>
        </p:spPr>
      </p:pic>
      <p:pic>
        <p:nvPicPr>
          <p:cNvPr id="3" name="Picture 2">
            <a:extLst>
              <a:ext uri="{FF2B5EF4-FFF2-40B4-BE49-F238E27FC236}">
                <a16:creationId xmlns:a16="http://schemas.microsoft.com/office/drawing/2014/main" id="{9E0B2617-305C-3E74-78AF-6AC12F16EFBC}"/>
              </a:ext>
            </a:extLst>
          </p:cNvPr>
          <p:cNvPicPr>
            <a:picLocks noChangeAspect="1"/>
          </p:cNvPicPr>
          <p:nvPr/>
        </p:nvPicPr>
        <p:blipFill>
          <a:blip r:embed="rId3"/>
          <a:stretch>
            <a:fillRect/>
          </a:stretch>
        </p:blipFill>
        <p:spPr>
          <a:xfrm>
            <a:off x="1287751" y="84667"/>
            <a:ext cx="9616497" cy="6858000"/>
          </a:xfrm>
          <a:prstGeom prst="rect">
            <a:avLst/>
          </a:prstGeom>
        </p:spPr>
      </p:pic>
    </p:spTree>
    <p:extLst>
      <p:ext uri="{BB962C8B-B14F-4D97-AF65-F5344CB8AC3E}">
        <p14:creationId xmlns:p14="http://schemas.microsoft.com/office/powerpoint/2010/main" val="2613595685"/>
      </p:ext>
    </p:extLst>
  </p:cSld>
  <p:clrMapOvr>
    <a:masterClrMapping/>
  </p:clrMapOvr>
</p:sld>
</file>

<file path=ppt/slides/slide11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pic>
        <p:nvPicPr>
          <p:cNvPr id="2" name="Picture 1">
            <a:extLst>
              <a:ext uri="{FF2B5EF4-FFF2-40B4-BE49-F238E27FC236}">
                <a16:creationId xmlns:a16="http://schemas.microsoft.com/office/drawing/2014/main" id="{1E696B95-2DE0-4E7E-24E3-813CAC86ADDA}"/>
              </a:ext>
            </a:extLst>
          </p:cNvPr>
          <p:cNvPicPr>
            <a:picLocks noChangeAspect="1"/>
          </p:cNvPicPr>
          <p:nvPr/>
        </p:nvPicPr>
        <p:blipFill>
          <a:blip r:embed="rId2"/>
          <a:stretch>
            <a:fillRect/>
          </a:stretch>
        </p:blipFill>
        <p:spPr>
          <a:xfrm>
            <a:off x="3990081" y="-38100"/>
            <a:ext cx="6965923" cy="6858000"/>
          </a:xfrm>
          <a:prstGeom prst="rect">
            <a:avLst/>
          </a:prstGeom>
        </p:spPr>
      </p:pic>
      <p:sp>
        <p:nvSpPr>
          <p:cNvPr id="3" name="TextBox 2">
            <a:extLst>
              <a:ext uri="{FF2B5EF4-FFF2-40B4-BE49-F238E27FC236}">
                <a16:creationId xmlns:a16="http://schemas.microsoft.com/office/drawing/2014/main" id="{DAAE7E75-12BD-BBCB-CFD7-ADF15A59B045}"/>
              </a:ext>
            </a:extLst>
          </p:cNvPr>
          <p:cNvSpPr txBox="1"/>
          <p:nvPr/>
        </p:nvSpPr>
        <p:spPr>
          <a:xfrm>
            <a:off x="386444" y="805543"/>
            <a:ext cx="3603638" cy="4801314"/>
          </a:xfrm>
          <a:prstGeom prst="rect">
            <a:avLst/>
          </a:prstGeom>
          <a:noFill/>
        </p:spPr>
        <p:txBody>
          <a:bodyPr wrap="square" rtlCol="0">
            <a:spAutoFit/>
          </a:bodyPr>
          <a:lstStyle/>
          <a:p>
            <a:r>
              <a:rPr lang="en-CH" dirty="0"/>
              <a:t>After increasing boundary(1) to 70: There is still a headstart benefit – what causes it? Performance without mechanism became poorer by the raised boundary?!</a:t>
            </a:r>
          </a:p>
          <a:p>
            <a:r>
              <a:rPr lang="en-CH" dirty="0"/>
              <a:t>Why is adding visual interference beneficial with valid cue rather than harmful with neutral cue?</a:t>
            </a:r>
          </a:p>
          <a:p>
            <a:endParaRPr lang="en-CH" dirty="0"/>
          </a:p>
          <a:p>
            <a:r>
              <a:rPr lang="en-CH" dirty="0"/>
              <a:t>The headstart benefit might come from the fact that with CSI&gt;0, retrieval occurs before the test display. Even when filter = 0 (no </a:t>
            </a:r>
            <a:r>
              <a:rPr lang="en-CH" dirty="0" err="1"/>
              <a:t>colorwheel</a:t>
            </a:r>
            <a:r>
              <a:rPr lang="en-CH" dirty="0"/>
              <a:t> intrusion), the FX is erased at this point (completely because </a:t>
            </a:r>
            <a:r>
              <a:rPr lang="en-CH" dirty="0" err="1"/>
              <a:t>P.eraseFX</a:t>
            </a:r>
            <a:r>
              <a:rPr lang="en-CH" dirty="0"/>
              <a:t> = 0), so retrieval with CSI=0 does not benefit from FX</a:t>
            </a:r>
          </a:p>
        </p:txBody>
      </p:sp>
    </p:spTree>
    <p:extLst>
      <p:ext uri="{BB962C8B-B14F-4D97-AF65-F5344CB8AC3E}">
        <p14:creationId xmlns:p14="http://schemas.microsoft.com/office/powerpoint/2010/main" val="2857030584"/>
      </p:ext>
    </p:extLst>
  </p:cSld>
  <p:clrMapOvr>
    <a:masterClrMapping/>
  </p:clrMapOvr>
</p:sld>
</file>

<file path=ppt/slides/slide11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pic>
        <p:nvPicPr>
          <p:cNvPr id="2" name="Picture 1">
            <a:extLst>
              <a:ext uri="{FF2B5EF4-FFF2-40B4-BE49-F238E27FC236}">
                <a16:creationId xmlns:a16="http://schemas.microsoft.com/office/drawing/2014/main" id="{6D657259-5F7F-6D1C-ABC3-DFCB2B2878E4}"/>
              </a:ext>
            </a:extLst>
          </p:cNvPr>
          <p:cNvPicPr>
            <a:picLocks noChangeAspect="1"/>
          </p:cNvPicPr>
          <p:nvPr/>
        </p:nvPicPr>
        <p:blipFill>
          <a:blip r:embed="rId2"/>
          <a:stretch>
            <a:fillRect/>
          </a:stretch>
        </p:blipFill>
        <p:spPr>
          <a:xfrm>
            <a:off x="264014" y="1017813"/>
            <a:ext cx="6169701" cy="4849587"/>
          </a:xfrm>
          <a:prstGeom prst="rect">
            <a:avLst/>
          </a:prstGeom>
        </p:spPr>
      </p:pic>
      <p:sp>
        <p:nvSpPr>
          <p:cNvPr id="3" name="TextBox 2">
            <a:extLst>
              <a:ext uri="{FF2B5EF4-FFF2-40B4-BE49-F238E27FC236}">
                <a16:creationId xmlns:a16="http://schemas.microsoft.com/office/drawing/2014/main" id="{FC3372CF-71FA-E64D-BD92-AB7CBF39A9AF}"/>
              </a:ext>
            </a:extLst>
          </p:cNvPr>
          <p:cNvSpPr txBox="1"/>
          <p:nvPr/>
        </p:nvSpPr>
        <p:spPr>
          <a:xfrm>
            <a:off x="468086" y="359229"/>
            <a:ext cx="10858499" cy="369332"/>
          </a:xfrm>
          <a:prstGeom prst="rect">
            <a:avLst/>
          </a:prstGeom>
          <a:noFill/>
        </p:spPr>
        <p:txBody>
          <a:bodyPr wrap="square" rtlCol="0">
            <a:spAutoFit/>
          </a:bodyPr>
          <a:lstStyle/>
          <a:p>
            <a:r>
              <a:rPr lang="en-CH" dirty="0"/>
              <a:t>After fixing that issue by erasing FX in the conditions with other mechanisms (and using boundary = 30)</a:t>
            </a:r>
          </a:p>
        </p:txBody>
      </p:sp>
      <p:pic>
        <p:nvPicPr>
          <p:cNvPr id="4" name="Picture 3">
            <a:extLst>
              <a:ext uri="{FF2B5EF4-FFF2-40B4-BE49-F238E27FC236}">
                <a16:creationId xmlns:a16="http://schemas.microsoft.com/office/drawing/2014/main" id="{87057586-964B-A93D-F678-08ED740BB72C}"/>
              </a:ext>
            </a:extLst>
          </p:cNvPr>
          <p:cNvPicPr>
            <a:picLocks noChangeAspect="1"/>
          </p:cNvPicPr>
          <p:nvPr/>
        </p:nvPicPr>
        <p:blipFill>
          <a:blip r:embed="rId3"/>
          <a:stretch>
            <a:fillRect/>
          </a:stretch>
        </p:blipFill>
        <p:spPr>
          <a:xfrm>
            <a:off x="5813883" y="1694196"/>
            <a:ext cx="6256839" cy="4924318"/>
          </a:xfrm>
          <a:prstGeom prst="rect">
            <a:avLst/>
          </a:prstGeom>
        </p:spPr>
      </p:pic>
    </p:spTree>
    <p:extLst>
      <p:ext uri="{BB962C8B-B14F-4D97-AF65-F5344CB8AC3E}">
        <p14:creationId xmlns:p14="http://schemas.microsoft.com/office/powerpoint/2010/main" val="1962463851"/>
      </p:ext>
    </p:extLst>
  </p:cSld>
  <p:clrMapOvr>
    <a:masterClrMapping/>
  </p:clrMapOvr>
</p:sld>
</file>

<file path=ppt/slides/slide11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pic>
        <p:nvPicPr>
          <p:cNvPr id="9" name="Picture 8">
            <a:extLst>
              <a:ext uri="{FF2B5EF4-FFF2-40B4-BE49-F238E27FC236}">
                <a16:creationId xmlns:a16="http://schemas.microsoft.com/office/drawing/2014/main" id="{2105DCD6-B32D-FF73-D0E4-5D675A1FD28D}"/>
              </a:ext>
            </a:extLst>
          </p:cNvPr>
          <p:cNvPicPr>
            <a:picLocks noChangeAspect="1"/>
          </p:cNvPicPr>
          <p:nvPr/>
        </p:nvPicPr>
        <p:blipFill>
          <a:blip r:embed="rId2"/>
          <a:stretch>
            <a:fillRect/>
          </a:stretch>
        </p:blipFill>
        <p:spPr>
          <a:xfrm>
            <a:off x="1393119" y="324654"/>
            <a:ext cx="8485667" cy="6208691"/>
          </a:xfrm>
          <a:prstGeom prst="rect">
            <a:avLst/>
          </a:prstGeom>
        </p:spPr>
      </p:pic>
    </p:spTree>
    <p:extLst>
      <p:ext uri="{BB962C8B-B14F-4D97-AF65-F5344CB8AC3E}">
        <p14:creationId xmlns:p14="http://schemas.microsoft.com/office/powerpoint/2010/main" val="855035605"/>
      </p:ext>
    </p:extLst>
  </p:cSld>
  <p:clrMapOvr>
    <a:masterClrMapping/>
  </p:clrMapOvr>
</p:sld>
</file>

<file path=ppt/slides/slide11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pic>
        <p:nvPicPr>
          <p:cNvPr id="2" name="Picture 1">
            <a:extLst>
              <a:ext uri="{FF2B5EF4-FFF2-40B4-BE49-F238E27FC236}">
                <a16:creationId xmlns:a16="http://schemas.microsoft.com/office/drawing/2014/main" id="{0E66AF04-066B-9B81-1C72-B35B53E383B4}"/>
              </a:ext>
            </a:extLst>
          </p:cNvPr>
          <p:cNvPicPr>
            <a:picLocks noChangeAspect="1"/>
          </p:cNvPicPr>
          <p:nvPr/>
        </p:nvPicPr>
        <p:blipFill>
          <a:blip r:embed="rId2"/>
          <a:stretch>
            <a:fillRect/>
          </a:stretch>
        </p:blipFill>
        <p:spPr>
          <a:xfrm>
            <a:off x="239950" y="130628"/>
            <a:ext cx="6270138" cy="4474029"/>
          </a:xfrm>
          <a:prstGeom prst="rect">
            <a:avLst/>
          </a:prstGeom>
        </p:spPr>
      </p:pic>
      <p:pic>
        <p:nvPicPr>
          <p:cNvPr id="3" name="Picture 2">
            <a:extLst>
              <a:ext uri="{FF2B5EF4-FFF2-40B4-BE49-F238E27FC236}">
                <a16:creationId xmlns:a16="http://schemas.microsoft.com/office/drawing/2014/main" id="{4875F455-8587-B2D4-07EF-EF0FAE492BE3}"/>
              </a:ext>
            </a:extLst>
          </p:cNvPr>
          <p:cNvPicPr>
            <a:picLocks noChangeAspect="1"/>
          </p:cNvPicPr>
          <p:nvPr/>
        </p:nvPicPr>
        <p:blipFill>
          <a:blip r:embed="rId3"/>
          <a:stretch>
            <a:fillRect/>
          </a:stretch>
        </p:blipFill>
        <p:spPr>
          <a:xfrm>
            <a:off x="6259286" y="1751239"/>
            <a:ext cx="6030686" cy="4523015"/>
          </a:xfrm>
          <a:prstGeom prst="rect">
            <a:avLst/>
          </a:prstGeom>
        </p:spPr>
      </p:pic>
      <p:sp>
        <p:nvSpPr>
          <p:cNvPr id="4" name="TextBox 3">
            <a:extLst>
              <a:ext uri="{FF2B5EF4-FFF2-40B4-BE49-F238E27FC236}">
                <a16:creationId xmlns:a16="http://schemas.microsoft.com/office/drawing/2014/main" id="{BCFC8C8F-D115-0CFB-9FE5-D08905A5E76B}"/>
              </a:ext>
            </a:extLst>
          </p:cNvPr>
          <p:cNvSpPr txBox="1"/>
          <p:nvPr/>
        </p:nvSpPr>
        <p:spPr>
          <a:xfrm>
            <a:off x="7010400" y="707571"/>
            <a:ext cx="1911805" cy="369332"/>
          </a:xfrm>
          <a:prstGeom prst="rect">
            <a:avLst/>
          </a:prstGeom>
          <a:noFill/>
        </p:spPr>
        <p:txBody>
          <a:bodyPr wrap="none" rtlCol="0">
            <a:spAutoFit/>
          </a:bodyPr>
          <a:lstStyle/>
          <a:p>
            <a:r>
              <a:rPr lang="en-CH" dirty="0"/>
              <a:t>With filter(2) = 0.1</a:t>
            </a:r>
          </a:p>
        </p:txBody>
      </p:sp>
    </p:spTree>
    <p:extLst>
      <p:ext uri="{BB962C8B-B14F-4D97-AF65-F5344CB8AC3E}">
        <p14:creationId xmlns:p14="http://schemas.microsoft.com/office/powerpoint/2010/main" val="702541235"/>
      </p:ext>
    </p:extLst>
  </p:cSld>
  <p:clrMapOvr>
    <a:masterClrMapping/>
  </p:clrMapOvr>
</p:sld>
</file>

<file path=ppt/slides/slide11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pic>
        <p:nvPicPr>
          <p:cNvPr id="2" name="Picture 1">
            <a:extLst>
              <a:ext uri="{FF2B5EF4-FFF2-40B4-BE49-F238E27FC236}">
                <a16:creationId xmlns:a16="http://schemas.microsoft.com/office/drawing/2014/main" id="{D6FCC869-7388-8D1D-64E1-2D22CD741CD9}"/>
              </a:ext>
            </a:extLst>
          </p:cNvPr>
          <p:cNvPicPr>
            <a:picLocks noChangeAspect="1"/>
          </p:cNvPicPr>
          <p:nvPr/>
        </p:nvPicPr>
        <p:blipFill>
          <a:blip r:embed="rId2"/>
          <a:stretch>
            <a:fillRect/>
          </a:stretch>
        </p:blipFill>
        <p:spPr>
          <a:xfrm>
            <a:off x="365234" y="239486"/>
            <a:ext cx="9145001" cy="6215743"/>
          </a:xfrm>
          <a:prstGeom prst="rect">
            <a:avLst/>
          </a:prstGeom>
        </p:spPr>
      </p:pic>
    </p:spTree>
    <p:extLst>
      <p:ext uri="{BB962C8B-B14F-4D97-AF65-F5344CB8AC3E}">
        <p14:creationId xmlns:p14="http://schemas.microsoft.com/office/powerpoint/2010/main" val="2558577207"/>
      </p:ext>
    </p:extLst>
  </p:cSld>
  <p:clrMapOvr>
    <a:masterClrMapping/>
  </p:clrMapOvr>
</p:sld>
</file>

<file path=ppt/slides/slide11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pic>
        <p:nvPicPr>
          <p:cNvPr id="2" name="Picture 1">
            <a:extLst>
              <a:ext uri="{FF2B5EF4-FFF2-40B4-BE49-F238E27FC236}">
                <a16:creationId xmlns:a16="http://schemas.microsoft.com/office/drawing/2014/main" id="{80EEB47F-DB6E-5E0C-E4E4-352A23F09DC3}"/>
              </a:ext>
            </a:extLst>
          </p:cNvPr>
          <p:cNvPicPr>
            <a:picLocks noChangeAspect="1"/>
          </p:cNvPicPr>
          <p:nvPr/>
        </p:nvPicPr>
        <p:blipFill>
          <a:blip r:embed="rId2"/>
          <a:stretch>
            <a:fillRect/>
          </a:stretch>
        </p:blipFill>
        <p:spPr>
          <a:xfrm>
            <a:off x="466371" y="152400"/>
            <a:ext cx="5047244" cy="4198733"/>
          </a:xfrm>
          <a:prstGeom prst="rect">
            <a:avLst/>
          </a:prstGeom>
        </p:spPr>
      </p:pic>
      <p:sp>
        <p:nvSpPr>
          <p:cNvPr id="3" name="TextBox 2">
            <a:extLst>
              <a:ext uri="{FF2B5EF4-FFF2-40B4-BE49-F238E27FC236}">
                <a16:creationId xmlns:a16="http://schemas.microsoft.com/office/drawing/2014/main" id="{DA53AF96-D2CC-6E8D-79BF-307AFEC14F28}"/>
              </a:ext>
            </a:extLst>
          </p:cNvPr>
          <p:cNvSpPr txBox="1"/>
          <p:nvPr/>
        </p:nvSpPr>
        <p:spPr>
          <a:xfrm>
            <a:off x="7010401" y="707571"/>
            <a:ext cx="4620986" cy="646331"/>
          </a:xfrm>
          <a:prstGeom prst="rect">
            <a:avLst/>
          </a:prstGeom>
          <a:noFill/>
        </p:spPr>
        <p:txBody>
          <a:bodyPr wrap="square" rtlCol="0">
            <a:spAutoFit/>
          </a:bodyPr>
          <a:lstStyle/>
          <a:p>
            <a:r>
              <a:rPr lang="en-CH" dirty="0"/>
              <a:t>With filter(2) = 0.1 and </a:t>
            </a:r>
            <a:r>
              <a:rPr lang="en-CH" dirty="0" err="1"/>
              <a:t>dnoise</a:t>
            </a:r>
            <a:r>
              <a:rPr lang="en-CH" dirty="0"/>
              <a:t> increased (from 1.5) to 3</a:t>
            </a:r>
          </a:p>
        </p:txBody>
      </p:sp>
      <p:pic>
        <p:nvPicPr>
          <p:cNvPr id="4" name="Picture 3">
            <a:extLst>
              <a:ext uri="{FF2B5EF4-FFF2-40B4-BE49-F238E27FC236}">
                <a16:creationId xmlns:a16="http://schemas.microsoft.com/office/drawing/2014/main" id="{EBC6F44B-E9E4-B9A4-B854-1DE8AB303E3F}"/>
              </a:ext>
            </a:extLst>
          </p:cNvPr>
          <p:cNvPicPr>
            <a:picLocks noChangeAspect="1"/>
          </p:cNvPicPr>
          <p:nvPr/>
        </p:nvPicPr>
        <p:blipFill>
          <a:blip r:embed="rId3"/>
          <a:stretch>
            <a:fillRect/>
          </a:stretch>
        </p:blipFill>
        <p:spPr>
          <a:xfrm>
            <a:off x="5558892" y="1605643"/>
            <a:ext cx="6208567" cy="4740727"/>
          </a:xfrm>
          <a:prstGeom prst="rect">
            <a:avLst/>
          </a:prstGeom>
        </p:spPr>
      </p:pic>
    </p:spTree>
    <p:extLst>
      <p:ext uri="{BB962C8B-B14F-4D97-AF65-F5344CB8AC3E}">
        <p14:creationId xmlns:p14="http://schemas.microsoft.com/office/powerpoint/2010/main" val="144439526"/>
      </p:ext>
    </p:extLst>
  </p:cSld>
  <p:clrMapOvr>
    <a:masterClrMapping/>
  </p:clrMapOvr>
</p:sld>
</file>

<file path=ppt/slides/slide12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pic>
        <p:nvPicPr>
          <p:cNvPr id="2" name="Picture 1">
            <a:extLst>
              <a:ext uri="{FF2B5EF4-FFF2-40B4-BE49-F238E27FC236}">
                <a16:creationId xmlns:a16="http://schemas.microsoft.com/office/drawing/2014/main" id="{56C7593E-EB8F-4ED9-9B88-23EF81B98414}"/>
              </a:ext>
            </a:extLst>
          </p:cNvPr>
          <p:cNvPicPr>
            <a:picLocks noChangeAspect="1"/>
          </p:cNvPicPr>
          <p:nvPr/>
        </p:nvPicPr>
        <p:blipFill>
          <a:blip r:embed="rId2"/>
          <a:stretch>
            <a:fillRect/>
          </a:stretch>
        </p:blipFill>
        <p:spPr>
          <a:xfrm>
            <a:off x="1866900" y="0"/>
            <a:ext cx="8907956" cy="6528387"/>
          </a:xfrm>
          <a:prstGeom prst="rect">
            <a:avLst/>
          </a:prstGeom>
        </p:spPr>
      </p:pic>
      <p:sp>
        <p:nvSpPr>
          <p:cNvPr id="3" name="TextBox 2">
            <a:extLst>
              <a:ext uri="{FF2B5EF4-FFF2-40B4-BE49-F238E27FC236}">
                <a16:creationId xmlns:a16="http://schemas.microsoft.com/office/drawing/2014/main" id="{35942FEC-7B2A-EE61-E3DC-D15884A6551C}"/>
              </a:ext>
            </a:extLst>
          </p:cNvPr>
          <p:cNvSpPr txBox="1"/>
          <p:nvPr/>
        </p:nvSpPr>
        <p:spPr>
          <a:xfrm>
            <a:off x="310243" y="370113"/>
            <a:ext cx="1321196" cy="369332"/>
          </a:xfrm>
          <a:prstGeom prst="rect">
            <a:avLst/>
          </a:prstGeom>
          <a:noFill/>
        </p:spPr>
        <p:txBody>
          <a:bodyPr wrap="none" rtlCol="0">
            <a:spAutoFit/>
          </a:bodyPr>
          <a:lstStyle/>
          <a:p>
            <a:r>
              <a:rPr lang="en-CH" dirty="0" err="1"/>
              <a:t>dnoise</a:t>
            </a:r>
            <a:r>
              <a:rPr lang="en-CH" dirty="0"/>
              <a:t> = 1.5</a:t>
            </a:r>
          </a:p>
        </p:txBody>
      </p:sp>
    </p:spTree>
    <p:extLst>
      <p:ext uri="{BB962C8B-B14F-4D97-AF65-F5344CB8AC3E}">
        <p14:creationId xmlns:p14="http://schemas.microsoft.com/office/powerpoint/2010/main" val="2186522811"/>
      </p:ext>
    </p:extLst>
  </p:cSld>
  <p:clrMapOvr>
    <a:masterClrMapping/>
  </p:clrMapOvr>
</p:sld>
</file>

<file path=ppt/slides/slide12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pic>
        <p:nvPicPr>
          <p:cNvPr id="2" name="Picture 1">
            <a:extLst>
              <a:ext uri="{FF2B5EF4-FFF2-40B4-BE49-F238E27FC236}">
                <a16:creationId xmlns:a16="http://schemas.microsoft.com/office/drawing/2014/main" id="{EFD03C9E-EDA1-117A-0C52-11DB773A4B89}"/>
              </a:ext>
            </a:extLst>
          </p:cNvPr>
          <p:cNvPicPr>
            <a:picLocks noChangeAspect="1"/>
          </p:cNvPicPr>
          <p:nvPr/>
        </p:nvPicPr>
        <p:blipFill>
          <a:blip r:embed="rId2"/>
          <a:stretch>
            <a:fillRect/>
          </a:stretch>
        </p:blipFill>
        <p:spPr>
          <a:xfrm>
            <a:off x="312991" y="76189"/>
            <a:ext cx="5771734" cy="5519056"/>
          </a:xfrm>
          <a:prstGeom prst="rect">
            <a:avLst/>
          </a:prstGeom>
        </p:spPr>
      </p:pic>
      <p:pic>
        <p:nvPicPr>
          <p:cNvPr id="3" name="Picture 2">
            <a:extLst>
              <a:ext uri="{FF2B5EF4-FFF2-40B4-BE49-F238E27FC236}">
                <a16:creationId xmlns:a16="http://schemas.microsoft.com/office/drawing/2014/main" id="{74F64AD2-C343-1302-64EF-BF9874BBBFDE}"/>
              </a:ext>
            </a:extLst>
          </p:cNvPr>
          <p:cNvPicPr>
            <a:picLocks noChangeAspect="1"/>
          </p:cNvPicPr>
          <p:nvPr/>
        </p:nvPicPr>
        <p:blipFill>
          <a:blip r:embed="rId3"/>
          <a:stretch>
            <a:fillRect/>
          </a:stretch>
        </p:blipFill>
        <p:spPr>
          <a:xfrm>
            <a:off x="5840183" y="21759"/>
            <a:ext cx="6564086" cy="5573486"/>
          </a:xfrm>
          <a:prstGeom prst="rect">
            <a:avLst/>
          </a:prstGeom>
        </p:spPr>
      </p:pic>
      <p:sp>
        <p:nvSpPr>
          <p:cNvPr id="4" name="TextBox 3">
            <a:extLst>
              <a:ext uri="{FF2B5EF4-FFF2-40B4-BE49-F238E27FC236}">
                <a16:creationId xmlns:a16="http://schemas.microsoft.com/office/drawing/2014/main" id="{CE081CA2-D209-C115-EDB4-84842F7BEF0E}"/>
              </a:ext>
            </a:extLst>
          </p:cNvPr>
          <p:cNvSpPr txBox="1"/>
          <p:nvPr/>
        </p:nvSpPr>
        <p:spPr>
          <a:xfrm>
            <a:off x="696685" y="5747658"/>
            <a:ext cx="11217728" cy="923330"/>
          </a:xfrm>
          <a:prstGeom prst="rect">
            <a:avLst/>
          </a:prstGeom>
          <a:noFill/>
        </p:spPr>
        <p:txBody>
          <a:bodyPr wrap="square" rtlCol="0">
            <a:spAutoFit/>
          </a:bodyPr>
          <a:lstStyle/>
          <a:p>
            <a:r>
              <a:rPr lang="en-CH" dirty="0"/>
              <a:t>Why is ABA not better than CBA, but 2 </a:t>
            </a:r>
            <a:r>
              <a:rPr lang="en-CH" dirty="0" err="1"/>
              <a:t>refreshings</a:t>
            </a:r>
            <a:r>
              <a:rPr lang="en-CH" dirty="0"/>
              <a:t> &gt; 1 refreshing? Probably because the 1-refreshing items suffer competition from the 2-refreshing item (they are hardly better than no-cue control when refreshed last, whereas CBA is much better than None)</a:t>
            </a:r>
          </a:p>
        </p:txBody>
      </p:sp>
    </p:spTree>
    <p:extLst>
      <p:ext uri="{BB962C8B-B14F-4D97-AF65-F5344CB8AC3E}">
        <p14:creationId xmlns:p14="http://schemas.microsoft.com/office/powerpoint/2010/main" val="3470475648"/>
      </p:ext>
    </p:extLst>
  </p:cSld>
  <p:clrMapOvr>
    <a:masterClrMapping/>
  </p:clrMapOvr>
</p:sld>
</file>

<file path=ppt/slides/slide12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pic>
        <p:nvPicPr>
          <p:cNvPr id="2" name="Picture 1">
            <a:extLst>
              <a:ext uri="{FF2B5EF4-FFF2-40B4-BE49-F238E27FC236}">
                <a16:creationId xmlns:a16="http://schemas.microsoft.com/office/drawing/2014/main" id="{4B2EAA46-D158-43FA-8246-B924D9DE9CDF}"/>
              </a:ext>
            </a:extLst>
          </p:cNvPr>
          <p:cNvPicPr>
            <a:picLocks noChangeAspect="1"/>
          </p:cNvPicPr>
          <p:nvPr/>
        </p:nvPicPr>
        <p:blipFill>
          <a:blip r:embed="rId2"/>
          <a:stretch>
            <a:fillRect/>
          </a:stretch>
        </p:blipFill>
        <p:spPr>
          <a:xfrm>
            <a:off x="2538775" y="669471"/>
            <a:ext cx="8243525" cy="5741389"/>
          </a:xfrm>
          <a:prstGeom prst="rect">
            <a:avLst/>
          </a:prstGeom>
        </p:spPr>
      </p:pic>
      <p:sp>
        <p:nvSpPr>
          <p:cNvPr id="3" name="TextBox 2">
            <a:extLst>
              <a:ext uri="{FF2B5EF4-FFF2-40B4-BE49-F238E27FC236}">
                <a16:creationId xmlns:a16="http://schemas.microsoft.com/office/drawing/2014/main" id="{D5B69404-487B-A201-57A6-FE6E71B40D07}"/>
              </a:ext>
            </a:extLst>
          </p:cNvPr>
          <p:cNvSpPr txBox="1"/>
          <p:nvPr/>
        </p:nvSpPr>
        <p:spPr>
          <a:xfrm>
            <a:off x="310243" y="370113"/>
            <a:ext cx="3080330" cy="369332"/>
          </a:xfrm>
          <a:prstGeom prst="rect">
            <a:avLst/>
          </a:prstGeom>
          <a:noFill/>
        </p:spPr>
        <p:txBody>
          <a:bodyPr wrap="none" rtlCol="0">
            <a:spAutoFit/>
          </a:bodyPr>
          <a:lstStyle/>
          <a:p>
            <a:r>
              <a:rPr lang="en-CH" dirty="0"/>
              <a:t>increasing </a:t>
            </a:r>
            <a:r>
              <a:rPr lang="en-CH" dirty="0" err="1"/>
              <a:t>dnoise</a:t>
            </a:r>
            <a:r>
              <a:rPr lang="en-CH" dirty="0"/>
              <a:t> from 1.5 to 3</a:t>
            </a:r>
          </a:p>
        </p:txBody>
      </p:sp>
    </p:spTree>
    <p:extLst>
      <p:ext uri="{BB962C8B-B14F-4D97-AF65-F5344CB8AC3E}">
        <p14:creationId xmlns:p14="http://schemas.microsoft.com/office/powerpoint/2010/main" val="3251492409"/>
      </p:ext>
    </p:extLst>
  </p:cSld>
  <p:clrMapOvr>
    <a:masterClrMapping/>
  </p:clrMapOvr>
</p:sld>
</file>

<file path=ppt/slides/slide12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pic>
        <p:nvPicPr>
          <p:cNvPr id="2" name="Picture 1">
            <a:extLst>
              <a:ext uri="{FF2B5EF4-FFF2-40B4-BE49-F238E27FC236}">
                <a16:creationId xmlns:a16="http://schemas.microsoft.com/office/drawing/2014/main" id="{2DDC3E80-ACBD-8A1A-B83B-F5D9D7878C19}"/>
              </a:ext>
            </a:extLst>
          </p:cNvPr>
          <p:cNvPicPr>
            <a:picLocks noChangeAspect="1"/>
          </p:cNvPicPr>
          <p:nvPr/>
        </p:nvPicPr>
        <p:blipFill>
          <a:blip r:embed="rId2"/>
          <a:stretch>
            <a:fillRect/>
          </a:stretch>
        </p:blipFill>
        <p:spPr>
          <a:xfrm>
            <a:off x="0" y="2085245"/>
            <a:ext cx="12192000" cy="2687510"/>
          </a:xfrm>
          <a:prstGeom prst="rect">
            <a:avLst/>
          </a:prstGeom>
        </p:spPr>
      </p:pic>
    </p:spTree>
    <p:extLst>
      <p:ext uri="{BB962C8B-B14F-4D97-AF65-F5344CB8AC3E}">
        <p14:creationId xmlns:p14="http://schemas.microsoft.com/office/powerpoint/2010/main" val="1185674011"/>
      </p:ext>
    </p:extLst>
  </p:cSld>
  <p:clrMapOvr>
    <a:masterClrMapping/>
  </p:clrMapOvr>
</p:sld>
</file>

<file path=ppt/slides/slide12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pic>
        <p:nvPicPr>
          <p:cNvPr id="2" name="Picture 1">
            <a:extLst>
              <a:ext uri="{FF2B5EF4-FFF2-40B4-BE49-F238E27FC236}">
                <a16:creationId xmlns:a16="http://schemas.microsoft.com/office/drawing/2014/main" id="{AD67206A-6D44-5DCF-F501-5E0191E9B9D9}"/>
              </a:ext>
            </a:extLst>
          </p:cNvPr>
          <p:cNvPicPr>
            <a:picLocks noChangeAspect="1"/>
          </p:cNvPicPr>
          <p:nvPr/>
        </p:nvPicPr>
        <p:blipFill>
          <a:blip r:embed="rId2"/>
          <a:stretch>
            <a:fillRect/>
          </a:stretch>
        </p:blipFill>
        <p:spPr>
          <a:xfrm>
            <a:off x="396339" y="70758"/>
            <a:ext cx="5590804" cy="4597090"/>
          </a:xfrm>
          <a:prstGeom prst="rect">
            <a:avLst/>
          </a:prstGeom>
        </p:spPr>
      </p:pic>
      <p:pic>
        <p:nvPicPr>
          <p:cNvPr id="3" name="Picture 2">
            <a:extLst>
              <a:ext uri="{FF2B5EF4-FFF2-40B4-BE49-F238E27FC236}">
                <a16:creationId xmlns:a16="http://schemas.microsoft.com/office/drawing/2014/main" id="{0FE67298-0DCF-0BA1-8B05-5E267D1CD114}"/>
              </a:ext>
            </a:extLst>
          </p:cNvPr>
          <p:cNvPicPr>
            <a:picLocks noChangeAspect="1"/>
          </p:cNvPicPr>
          <p:nvPr/>
        </p:nvPicPr>
        <p:blipFill>
          <a:blip r:embed="rId3"/>
          <a:stretch>
            <a:fillRect/>
          </a:stretch>
        </p:blipFill>
        <p:spPr>
          <a:xfrm>
            <a:off x="5912534" y="1578228"/>
            <a:ext cx="5740000" cy="4889445"/>
          </a:xfrm>
          <a:prstGeom prst="rect">
            <a:avLst/>
          </a:prstGeom>
        </p:spPr>
      </p:pic>
    </p:spTree>
    <p:extLst>
      <p:ext uri="{BB962C8B-B14F-4D97-AF65-F5344CB8AC3E}">
        <p14:creationId xmlns:p14="http://schemas.microsoft.com/office/powerpoint/2010/main" val="3717788435"/>
      </p:ext>
    </p:extLst>
  </p:cSld>
  <p:clrMapOvr>
    <a:masterClrMapping/>
  </p:clrMapOvr>
</p:sld>
</file>

<file path=ppt/slides/slide12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pic>
        <p:nvPicPr>
          <p:cNvPr id="2" name="Picture 1">
            <a:extLst>
              <a:ext uri="{FF2B5EF4-FFF2-40B4-BE49-F238E27FC236}">
                <a16:creationId xmlns:a16="http://schemas.microsoft.com/office/drawing/2014/main" id="{5D7430E0-3630-89B1-EBD9-D5490A31FF46}"/>
              </a:ext>
            </a:extLst>
          </p:cNvPr>
          <p:cNvPicPr>
            <a:picLocks noChangeAspect="1"/>
          </p:cNvPicPr>
          <p:nvPr/>
        </p:nvPicPr>
        <p:blipFill>
          <a:blip r:embed="rId2"/>
          <a:stretch>
            <a:fillRect/>
          </a:stretch>
        </p:blipFill>
        <p:spPr>
          <a:xfrm>
            <a:off x="2064202" y="658586"/>
            <a:ext cx="6964786" cy="5225143"/>
          </a:xfrm>
          <a:prstGeom prst="rect">
            <a:avLst/>
          </a:prstGeom>
        </p:spPr>
      </p:pic>
    </p:spTree>
    <p:extLst>
      <p:ext uri="{BB962C8B-B14F-4D97-AF65-F5344CB8AC3E}">
        <p14:creationId xmlns:p14="http://schemas.microsoft.com/office/powerpoint/2010/main" val="1194736698"/>
      </p:ext>
    </p:extLst>
  </p:cSld>
  <p:clrMapOvr>
    <a:masterClrMapping/>
  </p:clrMapOvr>
</p:sld>
</file>

<file path=ppt/slides/slide12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pic>
        <p:nvPicPr>
          <p:cNvPr id="2" name="Picture 1">
            <a:extLst>
              <a:ext uri="{FF2B5EF4-FFF2-40B4-BE49-F238E27FC236}">
                <a16:creationId xmlns:a16="http://schemas.microsoft.com/office/drawing/2014/main" id="{E7F1DB54-571D-0AB7-6A21-A848EFEE4173}"/>
              </a:ext>
            </a:extLst>
          </p:cNvPr>
          <p:cNvPicPr>
            <a:picLocks noChangeAspect="1"/>
          </p:cNvPicPr>
          <p:nvPr/>
        </p:nvPicPr>
        <p:blipFill>
          <a:blip r:embed="rId2"/>
          <a:stretch>
            <a:fillRect/>
          </a:stretch>
        </p:blipFill>
        <p:spPr>
          <a:xfrm>
            <a:off x="4282357" y="582385"/>
            <a:ext cx="7082330" cy="5793013"/>
          </a:xfrm>
          <a:prstGeom prst="rect">
            <a:avLst/>
          </a:prstGeom>
        </p:spPr>
      </p:pic>
      <p:sp>
        <p:nvSpPr>
          <p:cNvPr id="3" name="TextBox 2">
            <a:extLst>
              <a:ext uri="{FF2B5EF4-FFF2-40B4-BE49-F238E27FC236}">
                <a16:creationId xmlns:a16="http://schemas.microsoft.com/office/drawing/2014/main" id="{DD5483EC-4F99-A4CA-CA14-63B263F74CE8}"/>
              </a:ext>
            </a:extLst>
          </p:cNvPr>
          <p:cNvSpPr txBox="1"/>
          <p:nvPr/>
        </p:nvSpPr>
        <p:spPr>
          <a:xfrm>
            <a:off x="457200" y="723900"/>
            <a:ext cx="2188029" cy="1200329"/>
          </a:xfrm>
          <a:prstGeom prst="rect">
            <a:avLst/>
          </a:prstGeom>
          <a:noFill/>
        </p:spPr>
        <p:txBody>
          <a:bodyPr wrap="square" rtlCol="0">
            <a:spAutoFit/>
          </a:bodyPr>
          <a:lstStyle/>
          <a:p>
            <a:r>
              <a:rPr lang="en-CH" dirty="0"/>
              <a:t>Pre-cue after revision: boost to strength of encoding into FX</a:t>
            </a:r>
          </a:p>
        </p:txBody>
      </p:sp>
    </p:spTree>
    <p:extLst>
      <p:ext uri="{BB962C8B-B14F-4D97-AF65-F5344CB8AC3E}">
        <p14:creationId xmlns:p14="http://schemas.microsoft.com/office/powerpoint/2010/main" val="3413592005"/>
      </p:ext>
    </p:extLst>
  </p:cSld>
  <p:clrMapOvr>
    <a:masterClrMapping/>
  </p:clrMapOvr>
</p:sld>
</file>

<file path=ppt/slides/slide12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pic>
        <p:nvPicPr>
          <p:cNvPr id="2" name="Picture 1">
            <a:extLst>
              <a:ext uri="{FF2B5EF4-FFF2-40B4-BE49-F238E27FC236}">
                <a16:creationId xmlns:a16="http://schemas.microsoft.com/office/drawing/2014/main" id="{DDC1FA86-11FE-B0A8-0167-DC528FEDE9D2}"/>
              </a:ext>
            </a:extLst>
          </p:cNvPr>
          <p:cNvPicPr>
            <a:picLocks noChangeAspect="1"/>
          </p:cNvPicPr>
          <p:nvPr/>
        </p:nvPicPr>
        <p:blipFill>
          <a:blip r:embed="rId2"/>
          <a:stretch>
            <a:fillRect/>
          </a:stretch>
        </p:blipFill>
        <p:spPr>
          <a:xfrm>
            <a:off x="2728846" y="233056"/>
            <a:ext cx="7415443" cy="6260273"/>
          </a:xfrm>
          <a:prstGeom prst="rect">
            <a:avLst/>
          </a:prstGeom>
        </p:spPr>
      </p:pic>
    </p:spTree>
    <p:extLst>
      <p:ext uri="{BB962C8B-B14F-4D97-AF65-F5344CB8AC3E}">
        <p14:creationId xmlns:p14="http://schemas.microsoft.com/office/powerpoint/2010/main" val="1956914726"/>
      </p:ext>
    </p:extLst>
  </p:cSld>
  <p:clrMapOvr>
    <a:masterClrMapping/>
  </p:clrMapOvr>
</p:sld>
</file>

<file path=ppt/slides/slide12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pic>
        <p:nvPicPr>
          <p:cNvPr id="2" name="Picture 1">
            <a:extLst>
              <a:ext uri="{FF2B5EF4-FFF2-40B4-BE49-F238E27FC236}">
                <a16:creationId xmlns:a16="http://schemas.microsoft.com/office/drawing/2014/main" id="{51247ED6-319F-371F-9D8C-92D3AF284DC1}"/>
              </a:ext>
            </a:extLst>
          </p:cNvPr>
          <p:cNvPicPr>
            <a:picLocks noChangeAspect="1"/>
          </p:cNvPicPr>
          <p:nvPr/>
        </p:nvPicPr>
        <p:blipFill>
          <a:blip r:embed="rId2"/>
          <a:stretch>
            <a:fillRect/>
          </a:stretch>
        </p:blipFill>
        <p:spPr>
          <a:xfrm>
            <a:off x="277585" y="1279762"/>
            <a:ext cx="6351816" cy="4659848"/>
          </a:xfrm>
          <a:prstGeom prst="rect">
            <a:avLst/>
          </a:prstGeom>
        </p:spPr>
      </p:pic>
      <p:sp>
        <p:nvSpPr>
          <p:cNvPr id="3" name="TextBox 2">
            <a:extLst>
              <a:ext uri="{FF2B5EF4-FFF2-40B4-BE49-F238E27FC236}">
                <a16:creationId xmlns:a16="http://schemas.microsoft.com/office/drawing/2014/main" id="{B3BE5121-31B2-9244-2CD6-768F65BFCB9C}"/>
              </a:ext>
            </a:extLst>
          </p:cNvPr>
          <p:cNvSpPr txBox="1"/>
          <p:nvPr/>
        </p:nvSpPr>
        <p:spPr>
          <a:xfrm>
            <a:off x="424543" y="680357"/>
            <a:ext cx="11217728" cy="369332"/>
          </a:xfrm>
          <a:prstGeom prst="rect">
            <a:avLst/>
          </a:prstGeom>
          <a:noFill/>
        </p:spPr>
        <p:txBody>
          <a:bodyPr wrap="square" rtlCol="0">
            <a:spAutoFit/>
          </a:bodyPr>
          <a:lstStyle/>
          <a:p>
            <a:r>
              <a:rPr lang="en-CH" dirty="0"/>
              <a:t>After letting only 1 retrieval happen, either upon retro cue or upon test (i.e., removing the second retrieval at test)</a:t>
            </a:r>
          </a:p>
        </p:txBody>
      </p:sp>
      <p:pic>
        <p:nvPicPr>
          <p:cNvPr id="4" name="Picture 3">
            <a:extLst>
              <a:ext uri="{FF2B5EF4-FFF2-40B4-BE49-F238E27FC236}">
                <a16:creationId xmlns:a16="http://schemas.microsoft.com/office/drawing/2014/main" id="{0C73C3D0-4545-007A-ADA2-6D405C545474}"/>
              </a:ext>
            </a:extLst>
          </p:cNvPr>
          <p:cNvPicPr>
            <a:picLocks noChangeAspect="1"/>
          </p:cNvPicPr>
          <p:nvPr/>
        </p:nvPicPr>
        <p:blipFill>
          <a:blip r:embed="rId3"/>
          <a:stretch>
            <a:fillRect/>
          </a:stretch>
        </p:blipFill>
        <p:spPr>
          <a:xfrm>
            <a:off x="6380994" y="1219200"/>
            <a:ext cx="5811045" cy="4659848"/>
          </a:xfrm>
          <a:prstGeom prst="rect">
            <a:avLst/>
          </a:prstGeom>
        </p:spPr>
      </p:pic>
    </p:spTree>
    <p:extLst>
      <p:ext uri="{BB962C8B-B14F-4D97-AF65-F5344CB8AC3E}">
        <p14:creationId xmlns:p14="http://schemas.microsoft.com/office/powerpoint/2010/main" val="1414367966"/>
      </p:ext>
    </p:extLst>
  </p:cSld>
  <p:clrMapOvr>
    <a:masterClrMapping/>
  </p:clrMapOvr>
</p:sld>
</file>

<file path=ppt/slides/slide12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extBox 1">
            <a:extLst>
              <a:ext uri="{FF2B5EF4-FFF2-40B4-BE49-F238E27FC236}">
                <a16:creationId xmlns:a16="http://schemas.microsoft.com/office/drawing/2014/main" id="{1BDEB4D1-4942-FF8C-4983-1FA72D8342F6}"/>
              </a:ext>
            </a:extLst>
          </p:cNvPr>
          <p:cNvSpPr txBox="1"/>
          <p:nvPr/>
        </p:nvSpPr>
        <p:spPr>
          <a:xfrm>
            <a:off x="685800" y="838200"/>
            <a:ext cx="4190827" cy="369332"/>
          </a:xfrm>
          <a:prstGeom prst="rect">
            <a:avLst/>
          </a:prstGeom>
          <a:noFill/>
        </p:spPr>
        <p:txBody>
          <a:bodyPr wrap="none" rtlCol="0">
            <a:spAutoFit/>
          </a:bodyPr>
          <a:lstStyle/>
          <a:p>
            <a:r>
              <a:rPr lang="en-CH" dirty="0"/>
              <a:t>rolling back that change did not help much</a:t>
            </a:r>
          </a:p>
        </p:txBody>
      </p:sp>
      <p:pic>
        <p:nvPicPr>
          <p:cNvPr id="3" name="Picture 2">
            <a:extLst>
              <a:ext uri="{FF2B5EF4-FFF2-40B4-BE49-F238E27FC236}">
                <a16:creationId xmlns:a16="http://schemas.microsoft.com/office/drawing/2014/main" id="{4BC943C9-2850-48C5-9E43-B3B008E9DCA1}"/>
              </a:ext>
            </a:extLst>
          </p:cNvPr>
          <p:cNvPicPr>
            <a:picLocks noChangeAspect="1"/>
          </p:cNvPicPr>
          <p:nvPr/>
        </p:nvPicPr>
        <p:blipFill>
          <a:blip r:embed="rId2"/>
          <a:stretch>
            <a:fillRect/>
          </a:stretch>
        </p:blipFill>
        <p:spPr>
          <a:xfrm>
            <a:off x="-46735" y="1247196"/>
            <a:ext cx="7151584" cy="5241471"/>
          </a:xfrm>
          <a:prstGeom prst="rect">
            <a:avLst/>
          </a:prstGeom>
        </p:spPr>
      </p:pic>
      <p:sp>
        <p:nvSpPr>
          <p:cNvPr id="4" name="TextBox 3">
            <a:extLst>
              <a:ext uri="{FF2B5EF4-FFF2-40B4-BE49-F238E27FC236}">
                <a16:creationId xmlns:a16="http://schemas.microsoft.com/office/drawing/2014/main" id="{92FACA55-B37D-89F2-98B1-AB183C436970}"/>
              </a:ext>
            </a:extLst>
          </p:cNvPr>
          <p:cNvSpPr txBox="1"/>
          <p:nvPr/>
        </p:nvSpPr>
        <p:spPr>
          <a:xfrm>
            <a:off x="6923314" y="625929"/>
            <a:ext cx="4904015" cy="938719"/>
          </a:xfrm>
          <a:prstGeom prst="rect">
            <a:avLst/>
          </a:prstGeom>
          <a:noFill/>
        </p:spPr>
        <p:txBody>
          <a:bodyPr wrap="square" rtlCol="0">
            <a:spAutoFit/>
          </a:bodyPr>
          <a:lstStyle/>
          <a:p>
            <a:r>
              <a:rPr lang="en-CH" sz="1100" dirty="0"/>
              <a:t>The good pattern could be reproduced with “Mediated” in the Archive but not the branch June8. Differences with the current version:</a:t>
            </a:r>
          </a:p>
          <a:p>
            <a:r>
              <a:rPr lang="en-CH" sz="1100" dirty="0"/>
              <a:t>IOR on FX has been parameterized</a:t>
            </a:r>
          </a:p>
          <a:p>
            <a:r>
              <a:rPr lang="en-CH" sz="1100" dirty="0" err="1"/>
              <a:t>cRateSD</a:t>
            </a:r>
            <a:r>
              <a:rPr lang="en-CH" sz="1100" dirty="0"/>
              <a:t> has been corrected in the reorienting time during retrieval</a:t>
            </a:r>
          </a:p>
          <a:p>
            <a:endParaRPr lang="en-CH" sz="1100" dirty="0"/>
          </a:p>
        </p:txBody>
      </p:sp>
    </p:spTree>
    <p:extLst>
      <p:ext uri="{BB962C8B-B14F-4D97-AF65-F5344CB8AC3E}">
        <p14:creationId xmlns:p14="http://schemas.microsoft.com/office/powerpoint/2010/main" val="41787432"/>
      </p:ext>
    </p:extLst>
  </p:cSld>
  <p:clrMapOvr>
    <a:masterClrMapping/>
  </p:clrMapOvr>
</p:sld>
</file>

<file path=ppt/slides/slide13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pic>
        <p:nvPicPr>
          <p:cNvPr id="2" name="Picture 1">
            <a:extLst>
              <a:ext uri="{FF2B5EF4-FFF2-40B4-BE49-F238E27FC236}">
                <a16:creationId xmlns:a16="http://schemas.microsoft.com/office/drawing/2014/main" id="{4DCD9144-FB7B-1158-572B-E257333FF79E}"/>
              </a:ext>
            </a:extLst>
          </p:cNvPr>
          <p:cNvPicPr>
            <a:picLocks noChangeAspect="1"/>
          </p:cNvPicPr>
          <p:nvPr/>
        </p:nvPicPr>
        <p:blipFill>
          <a:blip r:embed="rId2"/>
          <a:stretch>
            <a:fillRect/>
          </a:stretch>
        </p:blipFill>
        <p:spPr>
          <a:xfrm>
            <a:off x="751114" y="1144242"/>
            <a:ext cx="8343900" cy="5713758"/>
          </a:xfrm>
          <a:prstGeom prst="rect">
            <a:avLst/>
          </a:prstGeom>
        </p:spPr>
      </p:pic>
      <p:sp>
        <p:nvSpPr>
          <p:cNvPr id="3" name="TextBox 2">
            <a:extLst>
              <a:ext uri="{FF2B5EF4-FFF2-40B4-BE49-F238E27FC236}">
                <a16:creationId xmlns:a16="http://schemas.microsoft.com/office/drawing/2014/main" id="{9062C9DE-08BD-4C7E-9998-334273E6ACDB}"/>
              </a:ext>
            </a:extLst>
          </p:cNvPr>
          <p:cNvSpPr txBox="1"/>
          <p:nvPr/>
        </p:nvSpPr>
        <p:spPr>
          <a:xfrm>
            <a:off x="8795657" y="1039586"/>
            <a:ext cx="2418291" cy="369332"/>
          </a:xfrm>
          <a:prstGeom prst="rect">
            <a:avLst/>
          </a:prstGeom>
          <a:noFill/>
        </p:spPr>
        <p:txBody>
          <a:bodyPr wrap="none" rtlCol="0">
            <a:spAutoFit/>
          </a:bodyPr>
          <a:lstStyle/>
          <a:p>
            <a:r>
              <a:rPr lang="en-CH"/>
              <a:t>setting IOR = 1 fixes this</a:t>
            </a:r>
          </a:p>
        </p:txBody>
      </p:sp>
    </p:spTree>
    <p:extLst>
      <p:ext uri="{BB962C8B-B14F-4D97-AF65-F5344CB8AC3E}">
        <p14:creationId xmlns:p14="http://schemas.microsoft.com/office/powerpoint/2010/main" val="3513070096"/>
      </p:ext>
    </p:extLst>
  </p:cSld>
  <p:clrMapOvr>
    <a:masterClrMapping/>
  </p:clrMapOvr>
</p:sld>
</file>

<file path=ppt/slides/slide13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4" name="TextBox 3">
            <a:extLst>
              <a:ext uri="{FF2B5EF4-FFF2-40B4-BE49-F238E27FC236}">
                <a16:creationId xmlns:a16="http://schemas.microsoft.com/office/drawing/2014/main" id="{854C0199-9A10-510A-E562-7D0398D11BD9}"/>
              </a:ext>
            </a:extLst>
          </p:cNvPr>
          <p:cNvSpPr txBox="1"/>
          <p:nvPr/>
        </p:nvSpPr>
        <p:spPr>
          <a:xfrm>
            <a:off x="631371" y="658586"/>
            <a:ext cx="4572000" cy="646331"/>
          </a:xfrm>
          <a:prstGeom prst="rect">
            <a:avLst/>
          </a:prstGeom>
          <a:noFill/>
        </p:spPr>
        <p:txBody>
          <a:bodyPr wrap="square" rtlCol="0">
            <a:spAutoFit/>
          </a:bodyPr>
          <a:lstStyle/>
          <a:p>
            <a:r>
              <a:rPr lang="en-CH" dirty="0"/>
              <a:t>After fixing the decay of W to time-based rather timestep-based, and doubling </a:t>
            </a:r>
            <a:r>
              <a:rPr lang="en-CH" dirty="0" err="1"/>
              <a:t>wnoise</a:t>
            </a:r>
            <a:r>
              <a:rPr lang="en-CH" dirty="0"/>
              <a:t>: </a:t>
            </a:r>
          </a:p>
        </p:txBody>
      </p:sp>
      <p:pic>
        <p:nvPicPr>
          <p:cNvPr id="7" name="Picture 6">
            <a:extLst>
              <a:ext uri="{FF2B5EF4-FFF2-40B4-BE49-F238E27FC236}">
                <a16:creationId xmlns:a16="http://schemas.microsoft.com/office/drawing/2014/main" id="{B2408CC2-811D-EDFA-A94D-D03EAA32C105}"/>
              </a:ext>
            </a:extLst>
          </p:cNvPr>
          <p:cNvPicPr>
            <a:picLocks noChangeAspect="1"/>
          </p:cNvPicPr>
          <p:nvPr/>
        </p:nvPicPr>
        <p:blipFill>
          <a:blip r:embed="rId2"/>
          <a:stretch>
            <a:fillRect/>
          </a:stretch>
        </p:blipFill>
        <p:spPr>
          <a:xfrm>
            <a:off x="221462" y="1245046"/>
            <a:ext cx="6101067" cy="4740729"/>
          </a:xfrm>
          <a:prstGeom prst="rect">
            <a:avLst/>
          </a:prstGeom>
        </p:spPr>
      </p:pic>
      <p:sp>
        <p:nvSpPr>
          <p:cNvPr id="8" name="TextBox 7">
            <a:extLst>
              <a:ext uri="{FF2B5EF4-FFF2-40B4-BE49-F238E27FC236}">
                <a16:creationId xmlns:a16="http://schemas.microsoft.com/office/drawing/2014/main" id="{CC93CC1A-D965-A7EF-F2CA-3F8B04B2BB22}"/>
              </a:ext>
            </a:extLst>
          </p:cNvPr>
          <p:cNvSpPr txBox="1"/>
          <p:nvPr/>
        </p:nvSpPr>
        <p:spPr>
          <a:xfrm>
            <a:off x="800100" y="5943600"/>
            <a:ext cx="6335486" cy="369332"/>
          </a:xfrm>
          <a:prstGeom prst="rect">
            <a:avLst/>
          </a:prstGeom>
          <a:noFill/>
        </p:spPr>
        <p:txBody>
          <a:bodyPr wrap="square" rtlCol="0">
            <a:spAutoFit/>
          </a:bodyPr>
          <a:lstStyle/>
          <a:p>
            <a:r>
              <a:rPr lang="en-CH" dirty="0"/>
              <a:t>But increasing </a:t>
            </a:r>
            <a:r>
              <a:rPr lang="en-CH" dirty="0" err="1"/>
              <a:t>wnoise</a:t>
            </a:r>
            <a:r>
              <a:rPr lang="en-CH" dirty="0"/>
              <a:t> that much destroys guided refreshing </a:t>
            </a:r>
          </a:p>
        </p:txBody>
      </p:sp>
      <p:sp>
        <p:nvSpPr>
          <p:cNvPr id="9" name="TextBox 8">
            <a:extLst>
              <a:ext uri="{FF2B5EF4-FFF2-40B4-BE49-F238E27FC236}">
                <a16:creationId xmlns:a16="http://schemas.microsoft.com/office/drawing/2014/main" id="{DDFA18F8-D063-DA82-4510-A2AA6ECAB3DF}"/>
              </a:ext>
            </a:extLst>
          </p:cNvPr>
          <p:cNvSpPr txBox="1"/>
          <p:nvPr/>
        </p:nvSpPr>
        <p:spPr>
          <a:xfrm>
            <a:off x="6950528" y="613675"/>
            <a:ext cx="4572000" cy="2308324"/>
          </a:xfrm>
          <a:prstGeom prst="rect">
            <a:avLst/>
          </a:prstGeom>
          <a:noFill/>
        </p:spPr>
        <p:txBody>
          <a:bodyPr wrap="square" rtlCol="0">
            <a:spAutoFit/>
          </a:bodyPr>
          <a:lstStyle/>
          <a:p>
            <a:r>
              <a:rPr lang="en-CH" dirty="0"/>
              <a:t>Problem: The Hautekiet &amp; Oberauer experiment uses no test-display interference, and hence, FX is not erased. It also hardly decays at set size 5, and is therefore well available at 1 second. Thereby, there is hardly any decay between 1 and 3 s. There is also little retro-cue effect because the retro-cue is not needed for protection against decay. </a:t>
            </a:r>
          </a:p>
        </p:txBody>
      </p:sp>
    </p:spTree>
    <p:extLst>
      <p:ext uri="{BB962C8B-B14F-4D97-AF65-F5344CB8AC3E}">
        <p14:creationId xmlns:p14="http://schemas.microsoft.com/office/powerpoint/2010/main" val="1792545921"/>
      </p:ext>
    </p:extLst>
  </p:cSld>
  <p:clrMapOvr>
    <a:masterClrMapping/>
  </p:clrMapOvr>
</p:sld>
</file>

<file path=ppt/slides/slide13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pic>
        <p:nvPicPr>
          <p:cNvPr id="3" name="Picture 2">
            <a:extLst>
              <a:ext uri="{FF2B5EF4-FFF2-40B4-BE49-F238E27FC236}">
                <a16:creationId xmlns:a16="http://schemas.microsoft.com/office/drawing/2014/main" id="{4F5EDED6-79FC-D0D5-FE63-A90544DE0898}"/>
              </a:ext>
            </a:extLst>
          </p:cNvPr>
          <p:cNvPicPr>
            <a:picLocks noChangeAspect="1"/>
          </p:cNvPicPr>
          <p:nvPr/>
        </p:nvPicPr>
        <p:blipFill>
          <a:blip r:embed="rId2"/>
          <a:stretch>
            <a:fillRect/>
          </a:stretch>
        </p:blipFill>
        <p:spPr>
          <a:xfrm>
            <a:off x="-111243" y="544285"/>
            <a:ext cx="6574177" cy="4893129"/>
          </a:xfrm>
          <a:prstGeom prst="rect">
            <a:avLst/>
          </a:prstGeom>
        </p:spPr>
      </p:pic>
      <p:pic>
        <p:nvPicPr>
          <p:cNvPr id="4" name="Picture 3">
            <a:extLst>
              <a:ext uri="{FF2B5EF4-FFF2-40B4-BE49-F238E27FC236}">
                <a16:creationId xmlns:a16="http://schemas.microsoft.com/office/drawing/2014/main" id="{FE7DB0C5-6FB9-A46E-D660-69ACA19715B6}"/>
              </a:ext>
            </a:extLst>
          </p:cNvPr>
          <p:cNvPicPr>
            <a:picLocks noChangeAspect="1"/>
          </p:cNvPicPr>
          <p:nvPr/>
        </p:nvPicPr>
        <p:blipFill>
          <a:blip r:embed="rId3"/>
          <a:stretch>
            <a:fillRect/>
          </a:stretch>
        </p:blipFill>
        <p:spPr>
          <a:xfrm>
            <a:off x="5820648" y="2661556"/>
            <a:ext cx="6489715" cy="3891643"/>
          </a:xfrm>
          <a:prstGeom prst="rect">
            <a:avLst/>
          </a:prstGeom>
        </p:spPr>
      </p:pic>
    </p:spTree>
    <p:extLst>
      <p:ext uri="{BB962C8B-B14F-4D97-AF65-F5344CB8AC3E}">
        <p14:creationId xmlns:p14="http://schemas.microsoft.com/office/powerpoint/2010/main" val="2014650610"/>
      </p:ext>
    </p:extLst>
  </p:cSld>
  <p:clrMapOvr>
    <a:masterClrMapping/>
  </p:clrMapOvr>
</p:sld>
</file>

<file path=ppt/slides/slide13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pic>
        <p:nvPicPr>
          <p:cNvPr id="2" name="Picture 1">
            <a:extLst>
              <a:ext uri="{FF2B5EF4-FFF2-40B4-BE49-F238E27FC236}">
                <a16:creationId xmlns:a16="http://schemas.microsoft.com/office/drawing/2014/main" id="{F4AAA616-E7AF-4497-2EDD-54F9DBD6C734}"/>
              </a:ext>
            </a:extLst>
          </p:cNvPr>
          <p:cNvPicPr>
            <a:picLocks noChangeAspect="1"/>
          </p:cNvPicPr>
          <p:nvPr/>
        </p:nvPicPr>
        <p:blipFill>
          <a:blip r:embed="rId2"/>
          <a:stretch>
            <a:fillRect/>
          </a:stretch>
        </p:blipFill>
        <p:spPr>
          <a:xfrm>
            <a:off x="141970" y="304800"/>
            <a:ext cx="5857363" cy="4011386"/>
          </a:xfrm>
          <a:prstGeom prst="rect">
            <a:avLst/>
          </a:prstGeom>
        </p:spPr>
      </p:pic>
      <p:pic>
        <p:nvPicPr>
          <p:cNvPr id="3" name="Picture 2">
            <a:extLst>
              <a:ext uri="{FF2B5EF4-FFF2-40B4-BE49-F238E27FC236}">
                <a16:creationId xmlns:a16="http://schemas.microsoft.com/office/drawing/2014/main" id="{5EAB334D-7C84-B320-CCF7-6778C60DACBD}"/>
              </a:ext>
            </a:extLst>
          </p:cNvPr>
          <p:cNvPicPr>
            <a:picLocks noChangeAspect="1"/>
          </p:cNvPicPr>
          <p:nvPr/>
        </p:nvPicPr>
        <p:blipFill>
          <a:blip r:embed="rId3"/>
          <a:stretch>
            <a:fillRect/>
          </a:stretch>
        </p:blipFill>
        <p:spPr>
          <a:xfrm>
            <a:off x="5520432" y="2129802"/>
            <a:ext cx="6774983" cy="4532255"/>
          </a:xfrm>
          <a:prstGeom prst="rect">
            <a:avLst/>
          </a:prstGeom>
        </p:spPr>
      </p:pic>
    </p:spTree>
    <p:extLst>
      <p:ext uri="{BB962C8B-B14F-4D97-AF65-F5344CB8AC3E}">
        <p14:creationId xmlns:p14="http://schemas.microsoft.com/office/powerpoint/2010/main" val="1686252186"/>
      </p:ext>
    </p:extLst>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44546A"/>
      </a:dk2>
      <a:lt2>
        <a:srgbClr val="E7E6E6"/>
      </a:lt2>
      <a:accent1>
        <a:srgbClr val="4472C4"/>
      </a:accent1>
      <a:accent2>
        <a:srgbClr val="ED7D31"/>
      </a:accent2>
      <a:accent3>
        <a:srgbClr val="A5A5A5"/>
      </a:accent3>
      <a:accent4>
        <a:srgbClr val="FFC000"/>
      </a:accent4>
      <a:accent5>
        <a:srgbClr val="5B9BD5"/>
      </a:accent5>
      <a:accent6>
        <a:srgbClr val="70AD47"/>
      </a:accent6>
      <a:hlink>
        <a:srgbClr val="0563C1"/>
      </a:hlink>
      <a:folHlink>
        <a:srgbClr val="954F72"/>
      </a:folHlink>
    </a:clrScheme>
    <a:fontScheme name="Office">
      <a:majorFont>
        <a:latin typeface="Calibri Light" panose="020F030202020403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Calibri" panose="020F050202020403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docProps/app.xml><?xml version="1.0" encoding="utf-8"?>
<Properties xmlns="http://schemas.openxmlformats.org/officeDocument/2006/extended-properties" xmlns:vt="http://schemas.openxmlformats.org/officeDocument/2006/docPropsVTypes">
  <TotalTime>108206</TotalTime>
  <Words>1097</Words>
  <Application>Microsoft Office PowerPoint</Application>
  <PresentationFormat>Widescreen</PresentationFormat>
  <Paragraphs>82</Paragraphs>
  <Slides>133</Slides>
  <Notes>0</Notes>
  <HiddenSlides>0</HiddenSlides>
  <MMClips>0</MMClips>
  <ScaleCrop>false</ScaleCrop>
  <HeadingPairs>
    <vt:vector size="6" baseType="variant">
      <vt:variant>
        <vt:lpstr>Fonts Used</vt:lpstr>
      </vt:variant>
      <vt:variant>
        <vt:i4>4</vt:i4>
      </vt:variant>
      <vt:variant>
        <vt:lpstr>Theme</vt:lpstr>
      </vt:variant>
      <vt:variant>
        <vt:i4>1</vt:i4>
      </vt:variant>
      <vt:variant>
        <vt:lpstr>Slide Titles</vt:lpstr>
      </vt:variant>
      <vt:variant>
        <vt:i4>133</vt:i4>
      </vt:variant>
    </vt:vector>
  </HeadingPairs>
  <TitlesOfParts>
    <vt:vector size="138" baseType="lpstr">
      <vt:lpstr>Arial</vt:lpstr>
      <vt:lpstr>Calibri</vt:lpstr>
      <vt:lpstr>Calibri Light</vt:lpstr>
      <vt:lpstr>Wingdings</vt:lpstr>
      <vt:lpstr>Office Theme</vt:lpstr>
      <vt:lpstr>IM Simulation </vt:lpstr>
      <vt:lpstr>From Previous Versions:  Effect of Pbase and Delta on SPC</vt:lpstr>
      <vt:lpstr>PowerPoint Presentation</vt:lpstr>
      <vt:lpstr>PowerPoint Presentation</vt:lpstr>
      <vt:lpstr>PowerPoint Presentation</vt:lpstr>
      <vt:lpstr>From Previous Versions:  Parametric variations of parameters</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This Version: Parametric Variations</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This Version: Experiments</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vector>
  </TitlesOfParts>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PowerPoint Presentation</dc:title>
  <dc:creator>Klaus Oberauer</dc:creator>
  <cp:lastModifiedBy>Klaus Oberauer</cp:lastModifiedBy>
  <cp:revision>265</cp:revision>
  <dcterms:created xsi:type="dcterms:W3CDTF">2024-08-13T19:20:17Z</dcterms:created>
  <dcterms:modified xsi:type="dcterms:W3CDTF">2026-06-22T12:30:44Z</dcterms:modified>
</cp:coreProperties>
</file>