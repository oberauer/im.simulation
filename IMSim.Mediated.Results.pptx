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 id="454" r:id="rId83"/>
    <p:sldId id="455" r:id="rId84"/>
    <p:sldId id="456" r:id="rId85"/>
    <p:sldId id="457" r:id="rId8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ableStyles" Target="tableStyle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77711</TotalTime>
  <Words>569</Words>
  <Application>Microsoft Office PowerPoint</Application>
  <PresentationFormat>Widescreen</PresentationFormat>
  <Paragraphs>53</Paragraphs>
  <Slides>85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202</cp:revision>
  <dcterms:created xsi:type="dcterms:W3CDTF">2024-08-13T19:20:17Z</dcterms:created>
  <dcterms:modified xsi:type="dcterms:W3CDTF">2026-05-30T07:33:52Z</dcterms:modified>
</cp:coreProperties>
</file>