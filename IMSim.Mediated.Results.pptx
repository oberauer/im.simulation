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32" r:id="rId144"/>
    <p:sldId id="522" r:id="rId145"/>
    <p:sldId id="533" r:id="rId146"/>
    <p:sldId id="534" r:id="rId147"/>
    <p:sldId id="527" r:id="rId148"/>
    <p:sldId id="529" r:id="rId149"/>
    <p:sldId id="523" r:id="rId150"/>
    <p:sldId id="531" r:id="rId151"/>
    <p:sldId id="524" r:id="rId152"/>
    <p:sldId id="525" r:id="rId153"/>
    <p:sldId id="519" r:id="rId154"/>
    <p:sldId id="520" r:id="rId155"/>
    <p:sldId id="521" r:id="rId156"/>
    <p:sldId id="528" r:id="rId157"/>
    <p:sldId id="530" r:id="rId158"/>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85" d="100"/>
          <a:sy n="85" d="100"/>
        </p:scale>
        <p:origin x="28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slide" Target="slides/slide144.xml"/><Relationship Id="rId153" Type="http://schemas.openxmlformats.org/officeDocument/2006/relationships/slide" Target="slides/slide152.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14/08/2026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06.png"/><Relationship Id="rId2" Type="http://schemas.openxmlformats.org/officeDocument/2006/relationships/image" Target="../media/image205.png"/><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0.png"/><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14.png"/></Relationships>
</file>

<file path=ppt/slides/_rels/slide149.xml.rels><?xml version="1.0" encoding="UTF-8" standalone="yes"?>
<Relationships xmlns="http://schemas.openxmlformats.org/package/2006/relationships"><Relationship Id="rId2" Type="http://schemas.openxmlformats.org/officeDocument/2006/relationships/image" Target="../media/image215.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16.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2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8DF0A1-B44F-033C-6871-991332DFD55F}"/>
              </a:ext>
            </a:extLst>
          </p:cNvPr>
          <p:cNvPicPr>
            <a:picLocks noChangeAspect="1"/>
          </p:cNvPicPr>
          <p:nvPr/>
        </p:nvPicPr>
        <p:blipFill>
          <a:blip r:embed="rId2"/>
          <a:stretch>
            <a:fillRect/>
          </a:stretch>
        </p:blipFill>
        <p:spPr>
          <a:xfrm>
            <a:off x="1289112" y="132348"/>
            <a:ext cx="9003903" cy="6359279"/>
          </a:xfrm>
          <a:prstGeom prst="rect">
            <a:avLst/>
          </a:prstGeom>
        </p:spPr>
      </p:pic>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0996015-75E2-08C1-690E-7DF0E68B0356}"/>
              </a:ext>
            </a:extLst>
          </p:cNvPr>
          <p:cNvPicPr>
            <a:picLocks noChangeAspect="1"/>
          </p:cNvPicPr>
          <p:nvPr/>
        </p:nvPicPr>
        <p:blipFill>
          <a:blip r:embed="rId2"/>
          <a:stretch>
            <a:fillRect/>
          </a:stretch>
        </p:blipFill>
        <p:spPr>
          <a:xfrm>
            <a:off x="0" y="1818570"/>
            <a:ext cx="6334125" cy="4552950"/>
          </a:xfrm>
          <a:prstGeom prst="rect">
            <a:avLst/>
          </a:prstGeom>
        </p:spPr>
      </p:pic>
      <p:sp>
        <p:nvSpPr>
          <p:cNvPr id="5" name="TextBox 4">
            <a:extLst>
              <a:ext uri="{FF2B5EF4-FFF2-40B4-BE49-F238E27FC236}">
                <a16:creationId xmlns:a16="http://schemas.microsoft.com/office/drawing/2014/main" id="{B9CA9FD3-1FF2-7059-C26B-0D3371E94B81}"/>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6" name="Picture 5">
            <a:extLst>
              <a:ext uri="{FF2B5EF4-FFF2-40B4-BE49-F238E27FC236}">
                <a16:creationId xmlns:a16="http://schemas.microsoft.com/office/drawing/2014/main" id="{9F7DF704-2370-6FE2-B5D1-F88D6886DCD6}"/>
              </a:ext>
            </a:extLst>
          </p:cNvPr>
          <p:cNvPicPr>
            <a:picLocks noChangeAspect="1"/>
          </p:cNvPicPr>
          <p:nvPr/>
        </p:nvPicPr>
        <p:blipFill>
          <a:blip r:embed="rId3"/>
          <a:stretch>
            <a:fillRect/>
          </a:stretch>
        </p:blipFill>
        <p:spPr>
          <a:xfrm>
            <a:off x="5791553" y="1818570"/>
            <a:ext cx="6147768" cy="4552950"/>
          </a:xfrm>
          <a:prstGeom prst="rect">
            <a:avLst/>
          </a:prstGeom>
        </p:spPr>
      </p:pic>
    </p:spTree>
    <p:extLst>
      <p:ext uri="{BB962C8B-B14F-4D97-AF65-F5344CB8AC3E}">
        <p14:creationId xmlns:p14="http://schemas.microsoft.com/office/powerpoint/2010/main" val="7066425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2855D14-7F2B-918D-4DC6-891E6B5B076A}"/>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2" name="Picture 1">
            <a:extLst>
              <a:ext uri="{FF2B5EF4-FFF2-40B4-BE49-F238E27FC236}">
                <a16:creationId xmlns:a16="http://schemas.microsoft.com/office/drawing/2014/main" id="{A6D9300E-E8A6-AD55-0DB3-542D3149C3DE}"/>
              </a:ext>
            </a:extLst>
          </p:cNvPr>
          <p:cNvPicPr>
            <a:picLocks noChangeAspect="1"/>
          </p:cNvPicPr>
          <p:nvPr/>
        </p:nvPicPr>
        <p:blipFill>
          <a:blip r:embed="rId2"/>
          <a:stretch>
            <a:fillRect/>
          </a:stretch>
        </p:blipFill>
        <p:spPr>
          <a:xfrm>
            <a:off x="0" y="1411640"/>
            <a:ext cx="6696075" cy="5095875"/>
          </a:xfrm>
          <a:prstGeom prst="rect">
            <a:avLst/>
          </a:prstGeom>
        </p:spPr>
      </p:pic>
      <p:pic>
        <p:nvPicPr>
          <p:cNvPr id="4" name="Picture 3">
            <a:extLst>
              <a:ext uri="{FF2B5EF4-FFF2-40B4-BE49-F238E27FC236}">
                <a16:creationId xmlns:a16="http://schemas.microsoft.com/office/drawing/2014/main" id="{798DF69C-F750-6523-55A8-0FBC7DFE9BE8}"/>
              </a:ext>
            </a:extLst>
          </p:cNvPr>
          <p:cNvPicPr>
            <a:picLocks noChangeAspect="1"/>
          </p:cNvPicPr>
          <p:nvPr/>
        </p:nvPicPr>
        <p:blipFill>
          <a:blip r:embed="rId3"/>
          <a:stretch>
            <a:fillRect/>
          </a:stretch>
        </p:blipFill>
        <p:spPr>
          <a:xfrm>
            <a:off x="5888214" y="1411640"/>
            <a:ext cx="6534150" cy="4895850"/>
          </a:xfrm>
          <a:prstGeom prst="rect">
            <a:avLst/>
          </a:prstGeom>
        </p:spPr>
      </p:pic>
    </p:spTree>
    <p:extLst>
      <p:ext uri="{BB962C8B-B14F-4D97-AF65-F5344CB8AC3E}">
        <p14:creationId xmlns:p14="http://schemas.microsoft.com/office/powerpoint/2010/main" val="6618212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3F2F6B-25FC-6991-B6A9-552B61247132}"/>
              </a:ext>
            </a:extLst>
          </p:cNvPr>
          <p:cNvPicPr>
            <a:picLocks noChangeAspect="1"/>
          </p:cNvPicPr>
          <p:nvPr/>
        </p:nvPicPr>
        <p:blipFill>
          <a:blip r:embed="rId2"/>
          <a:stretch>
            <a:fillRect/>
          </a:stretch>
        </p:blipFill>
        <p:spPr>
          <a:xfrm>
            <a:off x="2781300" y="862012"/>
            <a:ext cx="6629400" cy="5133975"/>
          </a:xfrm>
          <a:prstGeom prst="rect">
            <a:avLst/>
          </a:prstGeom>
        </p:spPr>
      </p:pic>
    </p:spTree>
    <p:extLst>
      <p:ext uri="{BB962C8B-B14F-4D97-AF65-F5344CB8AC3E}">
        <p14:creationId xmlns:p14="http://schemas.microsoft.com/office/powerpoint/2010/main" val="26142105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CCA7E0-3717-5682-1898-38DBF7939DFE}"/>
              </a:ext>
            </a:extLst>
          </p:cNvPr>
          <p:cNvPicPr>
            <a:picLocks noChangeAspect="1"/>
          </p:cNvPicPr>
          <p:nvPr/>
        </p:nvPicPr>
        <p:blipFill>
          <a:blip r:embed="rId2"/>
          <a:stretch>
            <a:fillRect/>
          </a:stretch>
        </p:blipFill>
        <p:spPr>
          <a:xfrm>
            <a:off x="583847" y="95426"/>
            <a:ext cx="5826146" cy="4645908"/>
          </a:xfrm>
          <a:prstGeom prst="rect">
            <a:avLst/>
          </a:prstGeom>
        </p:spPr>
      </p:pic>
      <p:pic>
        <p:nvPicPr>
          <p:cNvPr id="3" name="Picture 2">
            <a:extLst>
              <a:ext uri="{FF2B5EF4-FFF2-40B4-BE49-F238E27FC236}">
                <a16:creationId xmlns:a16="http://schemas.microsoft.com/office/drawing/2014/main" id="{00AA8DA1-94E6-27B3-3AF5-C6589F2C3B0B}"/>
              </a:ext>
            </a:extLst>
          </p:cNvPr>
          <p:cNvPicPr>
            <a:picLocks noChangeAspect="1"/>
          </p:cNvPicPr>
          <p:nvPr/>
        </p:nvPicPr>
        <p:blipFill>
          <a:blip r:embed="rId3"/>
          <a:stretch>
            <a:fillRect/>
          </a:stretch>
        </p:blipFill>
        <p:spPr>
          <a:xfrm>
            <a:off x="6299658" y="599899"/>
            <a:ext cx="5625290" cy="4931657"/>
          </a:xfrm>
          <a:prstGeom prst="rect">
            <a:avLst/>
          </a:prstGeom>
        </p:spPr>
      </p:pic>
    </p:spTree>
    <p:extLst>
      <p:ext uri="{BB962C8B-B14F-4D97-AF65-F5344CB8AC3E}">
        <p14:creationId xmlns:p14="http://schemas.microsoft.com/office/powerpoint/2010/main" val="37789644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5C0151-F25F-0587-5DA1-BD7A3CAC5C2C}"/>
              </a:ext>
            </a:extLst>
          </p:cNvPr>
          <p:cNvSpPr txBox="1"/>
          <p:nvPr/>
        </p:nvSpPr>
        <p:spPr>
          <a:xfrm>
            <a:off x="667753" y="553453"/>
            <a:ext cx="1808572" cy="369332"/>
          </a:xfrm>
          <a:prstGeom prst="rect">
            <a:avLst/>
          </a:prstGeom>
          <a:noFill/>
        </p:spPr>
        <p:txBody>
          <a:bodyPr wrap="none" rtlCol="0">
            <a:spAutoFit/>
          </a:bodyPr>
          <a:lstStyle/>
          <a:p>
            <a:r>
              <a:rPr lang="en-CH" dirty="0" err="1"/>
              <a:t>Setsize</a:t>
            </a:r>
            <a:r>
              <a:rPr lang="en-CH" dirty="0"/>
              <a:t>, retro-cue</a:t>
            </a:r>
          </a:p>
        </p:txBody>
      </p:sp>
    </p:spTree>
    <p:extLst>
      <p:ext uri="{BB962C8B-B14F-4D97-AF65-F5344CB8AC3E}">
        <p14:creationId xmlns:p14="http://schemas.microsoft.com/office/powerpoint/2010/main" val="31306438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49C0930-FB48-691D-9165-54C7210D6B4A}"/>
              </a:ext>
            </a:extLst>
          </p:cNvPr>
          <p:cNvSpPr txBox="1"/>
          <p:nvPr/>
        </p:nvSpPr>
        <p:spPr>
          <a:xfrm>
            <a:off x="667753" y="553453"/>
            <a:ext cx="2762166" cy="369332"/>
          </a:xfrm>
          <a:prstGeom prst="rect">
            <a:avLst/>
          </a:prstGeom>
          <a:noFill/>
        </p:spPr>
        <p:txBody>
          <a:bodyPr wrap="none" rtlCol="0">
            <a:spAutoFit/>
          </a:bodyPr>
          <a:lstStyle/>
          <a:p>
            <a:r>
              <a:rPr lang="en-CH" dirty="0" err="1"/>
              <a:t>Setsize</a:t>
            </a:r>
            <a:r>
              <a:rPr lang="en-CH" dirty="0"/>
              <a:t>, tracking alpha, CDA</a:t>
            </a:r>
          </a:p>
        </p:txBody>
      </p:sp>
      <p:pic>
        <p:nvPicPr>
          <p:cNvPr id="5" name="Picture 4">
            <a:extLst>
              <a:ext uri="{FF2B5EF4-FFF2-40B4-BE49-F238E27FC236}">
                <a16:creationId xmlns:a16="http://schemas.microsoft.com/office/drawing/2014/main" id="{B27D652A-8D31-BBA9-7694-39D3C215A665}"/>
              </a:ext>
            </a:extLst>
          </p:cNvPr>
          <p:cNvPicPr>
            <a:picLocks noChangeAspect="1"/>
          </p:cNvPicPr>
          <p:nvPr/>
        </p:nvPicPr>
        <p:blipFill>
          <a:blip r:embed="rId2"/>
          <a:stretch>
            <a:fillRect/>
          </a:stretch>
        </p:blipFill>
        <p:spPr>
          <a:xfrm>
            <a:off x="241634" y="1187367"/>
            <a:ext cx="5972677" cy="4479508"/>
          </a:xfrm>
          <a:prstGeom prst="rect">
            <a:avLst/>
          </a:prstGeom>
        </p:spPr>
      </p:pic>
      <p:pic>
        <p:nvPicPr>
          <p:cNvPr id="6" name="Picture 5">
            <a:extLst>
              <a:ext uri="{FF2B5EF4-FFF2-40B4-BE49-F238E27FC236}">
                <a16:creationId xmlns:a16="http://schemas.microsoft.com/office/drawing/2014/main" id="{A488C67A-668F-05A5-BAFB-ED84BABA1662}"/>
              </a:ext>
            </a:extLst>
          </p:cNvPr>
          <p:cNvPicPr>
            <a:picLocks noChangeAspect="1"/>
          </p:cNvPicPr>
          <p:nvPr/>
        </p:nvPicPr>
        <p:blipFill>
          <a:blip r:embed="rId3"/>
          <a:stretch>
            <a:fillRect/>
          </a:stretch>
        </p:blipFill>
        <p:spPr>
          <a:xfrm>
            <a:off x="6004745" y="1187367"/>
            <a:ext cx="6149877" cy="4365207"/>
          </a:xfrm>
          <a:prstGeom prst="rect">
            <a:avLst/>
          </a:prstGeom>
        </p:spPr>
      </p:pic>
      <p:pic>
        <p:nvPicPr>
          <p:cNvPr id="7" name="Picture 6">
            <a:extLst>
              <a:ext uri="{FF2B5EF4-FFF2-40B4-BE49-F238E27FC236}">
                <a16:creationId xmlns:a16="http://schemas.microsoft.com/office/drawing/2014/main" id="{879DFCF6-E836-76E7-76F8-70B4F014EDEA}"/>
              </a:ext>
            </a:extLst>
          </p:cNvPr>
          <p:cNvPicPr>
            <a:picLocks noChangeAspect="1"/>
          </p:cNvPicPr>
          <p:nvPr/>
        </p:nvPicPr>
        <p:blipFill>
          <a:blip r:embed="rId4"/>
          <a:stretch>
            <a:fillRect/>
          </a:stretch>
        </p:blipFill>
        <p:spPr>
          <a:xfrm>
            <a:off x="8625724" y="4048626"/>
            <a:ext cx="3528898" cy="2585786"/>
          </a:xfrm>
          <a:prstGeom prst="rect">
            <a:avLst/>
          </a:prstGeom>
        </p:spPr>
      </p:pic>
    </p:spTree>
    <p:extLst>
      <p:ext uri="{BB962C8B-B14F-4D97-AF65-F5344CB8AC3E}">
        <p14:creationId xmlns:p14="http://schemas.microsoft.com/office/powerpoint/2010/main" val="110134712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3820203-0A75-21F1-68F6-AFFAB7691A4C}"/>
              </a:ext>
            </a:extLst>
          </p:cNvPr>
          <p:cNvSpPr txBox="1"/>
          <p:nvPr/>
        </p:nvSpPr>
        <p:spPr>
          <a:xfrm>
            <a:off x="667753" y="553453"/>
            <a:ext cx="3495957" cy="369332"/>
          </a:xfrm>
          <a:prstGeom prst="rect">
            <a:avLst/>
          </a:prstGeom>
          <a:noFill/>
        </p:spPr>
        <p:txBody>
          <a:bodyPr wrap="none" rtlCol="0">
            <a:spAutoFit/>
          </a:bodyPr>
          <a:lstStyle/>
          <a:p>
            <a:r>
              <a:rPr lang="en-CH" dirty="0"/>
              <a:t>Sensory Memory (Pratte &amp; Greene)</a:t>
            </a:r>
          </a:p>
        </p:txBody>
      </p:sp>
      <p:pic>
        <p:nvPicPr>
          <p:cNvPr id="2" name="Picture 1">
            <a:extLst>
              <a:ext uri="{FF2B5EF4-FFF2-40B4-BE49-F238E27FC236}">
                <a16:creationId xmlns:a16="http://schemas.microsoft.com/office/drawing/2014/main" id="{5CE309EC-CDF7-A316-D14E-C224917678D7}"/>
              </a:ext>
            </a:extLst>
          </p:cNvPr>
          <p:cNvPicPr>
            <a:picLocks noChangeAspect="1"/>
          </p:cNvPicPr>
          <p:nvPr/>
        </p:nvPicPr>
        <p:blipFill>
          <a:blip r:embed="rId2"/>
          <a:stretch>
            <a:fillRect/>
          </a:stretch>
        </p:blipFill>
        <p:spPr>
          <a:xfrm>
            <a:off x="1201674" y="1084897"/>
            <a:ext cx="6057900" cy="4810125"/>
          </a:xfrm>
          <a:prstGeom prst="rect">
            <a:avLst/>
          </a:prstGeom>
        </p:spPr>
      </p:pic>
    </p:spTree>
    <p:extLst>
      <p:ext uri="{BB962C8B-B14F-4D97-AF65-F5344CB8AC3E}">
        <p14:creationId xmlns:p14="http://schemas.microsoft.com/office/powerpoint/2010/main" val="380916980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F38142-E9F9-C599-6490-CAB52847132A}"/>
              </a:ext>
            </a:extLst>
          </p:cNvPr>
          <p:cNvPicPr>
            <a:picLocks noChangeAspect="1"/>
          </p:cNvPicPr>
          <p:nvPr/>
        </p:nvPicPr>
        <p:blipFill>
          <a:blip r:embed="rId2"/>
          <a:stretch>
            <a:fillRect/>
          </a:stretch>
        </p:blipFill>
        <p:spPr>
          <a:xfrm>
            <a:off x="-106363" y="1111250"/>
            <a:ext cx="6105525" cy="4838700"/>
          </a:xfrm>
          <a:prstGeom prst="rect">
            <a:avLst/>
          </a:prstGeom>
        </p:spPr>
      </p:pic>
      <p:sp>
        <p:nvSpPr>
          <p:cNvPr id="3" name="TextBox 2">
            <a:extLst>
              <a:ext uri="{FF2B5EF4-FFF2-40B4-BE49-F238E27FC236}">
                <a16:creationId xmlns:a16="http://schemas.microsoft.com/office/drawing/2014/main" id="{4D2D19EA-C0B3-B6E2-B525-363A959AF9FE}"/>
              </a:ext>
            </a:extLst>
          </p:cNvPr>
          <p:cNvSpPr txBox="1"/>
          <p:nvPr/>
        </p:nvSpPr>
        <p:spPr>
          <a:xfrm>
            <a:off x="667753" y="553453"/>
            <a:ext cx="1537600" cy="369332"/>
          </a:xfrm>
          <a:prstGeom prst="rect">
            <a:avLst/>
          </a:prstGeom>
          <a:noFill/>
        </p:spPr>
        <p:txBody>
          <a:bodyPr wrap="none" rtlCol="0">
            <a:spAutoFit/>
          </a:bodyPr>
          <a:lstStyle/>
          <a:p>
            <a:r>
              <a:rPr lang="en-CH" dirty="0"/>
              <a:t>Set Size and RI</a:t>
            </a:r>
          </a:p>
        </p:txBody>
      </p:sp>
      <p:pic>
        <p:nvPicPr>
          <p:cNvPr id="4" name="Picture 3">
            <a:extLst>
              <a:ext uri="{FF2B5EF4-FFF2-40B4-BE49-F238E27FC236}">
                <a16:creationId xmlns:a16="http://schemas.microsoft.com/office/drawing/2014/main" id="{0D85E8CA-1885-85BE-C011-FF742D5EBB71}"/>
              </a:ext>
            </a:extLst>
          </p:cNvPr>
          <p:cNvPicPr>
            <a:picLocks noChangeAspect="1"/>
          </p:cNvPicPr>
          <p:nvPr/>
        </p:nvPicPr>
        <p:blipFill>
          <a:blip r:embed="rId3"/>
          <a:stretch>
            <a:fillRect/>
          </a:stretch>
        </p:blipFill>
        <p:spPr>
          <a:xfrm>
            <a:off x="5740224" y="1111250"/>
            <a:ext cx="6431736" cy="4966493"/>
          </a:xfrm>
          <a:prstGeom prst="rect">
            <a:avLst/>
          </a:prstGeom>
        </p:spPr>
      </p:pic>
    </p:spTree>
    <p:extLst>
      <p:ext uri="{BB962C8B-B14F-4D97-AF65-F5344CB8AC3E}">
        <p14:creationId xmlns:p14="http://schemas.microsoft.com/office/powerpoint/2010/main" val="427862456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466435-4FFF-A62A-DCB3-9CE1F1C864E3}"/>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spTree>
    <p:extLst>
      <p:ext uri="{BB962C8B-B14F-4D97-AF65-F5344CB8AC3E}">
        <p14:creationId xmlns:p14="http://schemas.microsoft.com/office/powerpoint/2010/main" val="29063256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034C-21F9-CB12-D860-6C1809C7404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1274B5-328D-2193-2C83-C13C312A5B6D}"/>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spTree>
    <p:extLst>
      <p:ext uri="{BB962C8B-B14F-4D97-AF65-F5344CB8AC3E}">
        <p14:creationId xmlns:p14="http://schemas.microsoft.com/office/powerpoint/2010/main" val="1435137351"/>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8E2312-9F1C-5874-CE32-23F806C254D7}"/>
              </a:ext>
            </a:extLst>
          </p:cNvPr>
          <p:cNvSpPr txBox="1"/>
          <p:nvPr/>
        </p:nvSpPr>
        <p:spPr>
          <a:xfrm>
            <a:off x="667753" y="553453"/>
            <a:ext cx="1177438" cy="369332"/>
          </a:xfrm>
          <a:prstGeom prst="rect">
            <a:avLst/>
          </a:prstGeom>
          <a:noFill/>
        </p:spPr>
        <p:txBody>
          <a:bodyPr wrap="none" rtlCol="0">
            <a:spAutoFit/>
          </a:bodyPr>
          <a:lstStyle/>
          <a:p>
            <a:r>
              <a:rPr lang="en-CH" dirty="0"/>
              <a:t>Refreshing</a:t>
            </a:r>
          </a:p>
        </p:txBody>
      </p:sp>
    </p:spTree>
    <p:extLst>
      <p:ext uri="{BB962C8B-B14F-4D97-AF65-F5344CB8AC3E}">
        <p14:creationId xmlns:p14="http://schemas.microsoft.com/office/powerpoint/2010/main" val="340216009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80108-E57E-EAF8-5D9D-B9C5D8CE831F}"/>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spTree>
    <p:extLst>
      <p:ext uri="{BB962C8B-B14F-4D97-AF65-F5344CB8AC3E}">
        <p14:creationId xmlns:p14="http://schemas.microsoft.com/office/powerpoint/2010/main" val="8226417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55F2-D3AD-7DF1-2F1D-05C3E9EDF3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929495-7C7A-6547-104E-A059309ED4D7}"/>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spTree>
    <p:extLst>
      <p:ext uri="{BB962C8B-B14F-4D97-AF65-F5344CB8AC3E}">
        <p14:creationId xmlns:p14="http://schemas.microsoft.com/office/powerpoint/2010/main" val="294417298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927E8D4-D4C1-CD89-3930-971EBF283211}"/>
              </a:ext>
            </a:extLst>
          </p:cNvPr>
          <p:cNvPicPr>
            <a:picLocks noChangeAspect="1"/>
          </p:cNvPicPr>
          <p:nvPr/>
        </p:nvPicPr>
        <p:blipFill>
          <a:blip r:embed="rId2"/>
          <a:stretch>
            <a:fillRect/>
          </a:stretch>
        </p:blipFill>
        <p:spPr>
          <a:xfrm>
            <a:off x="552450" y="1266573"/>
            <a:ext cx="6515100" cy="5191125"/>
          </a:xfrm>
          <a:prstGeom prst="rect">
            <a:avLst/>
          </a:prstGeom>
        </p:spPr>
      </p:pic>
      <p:sp>
        <p:nvSpPr>
          <p:cNvPr id="7" name="TextBox 6">
            <a:extLst>
              <a:ext uri="{FF2B5EF4-FFF2-40B4-BE49-F238E27FC236}">
                <a16:creationId xmlns:a16="http://schemas.microsoft.com/office/drawing/2014/main" id="{2E2E88A8-C4C4-62AA-FE2E-650CB742E4DB}"/>
              </a:ext>
            </a:extLst>
          </p:cNvPr>
          <p:cNvSpPr txBox="1"/>
          <p:nvPr/>
        </p:nvSpPr>
        <p:spPr>
          <a:xfrm>
            <a:off x="859536" y="737616"/>
            <a:ext cx="1514197" cy="369332"/>
          </a:xfrm>
          <a:prstGeom prst="rect">
            <a:avLst/>
          </a:prstGeom>
          <a:noFill/>
        </p:spPr>
        <p:txBody>
          <a:bodyPr wrap="none" rtlCol="0">
            <a:spAutoFit/>
          </a:bodyPr>
          <a:lstStyle/>
          <a:p>
            <a:r>
              <a:rPr lang="en-CH" dirty="0"/>
              <a:t>Retro-Cue x RI</a:t>
            </a:r>
          </a:p>
        </p:txBody>
      </p:sp>
      <p:pic>
        <p:nvPicPr>
          <p:cNvPr id="8" name="Picture 7">
            <a:extLst>
              <a:ext uri="{FF2B5EF4-FFF2-40B4-BE49-F238E27FC236}">
                <a16:creationId xmlns:a16="http://schemas.microsoft.com/office/drawing/2014/main" id="{6430710E-C6AC-7CE5-8DAB-3719C9022B5A}"/>
              </a:ext>
            </a:extLst>
          </p:cNvPr>
          <p:cNvPicPr>
            <a:picLocks noChangeAspect="1"/>
          </p:cNvPicPr>
          <p:nvPr/>
        </p:nvPicPr>
        <p:blipFill>
          <a:blip r:embed="rId3"/>
          <a:stretch>
            <a:fillRect/>
          </a:stretch>
        </p:blipFill>
        <p:spPr>
          <a:xfrm>
            <a:off x="6739690" y="2261936"/>
            <a:ext cx="5237246" cy="3885197"/>
          </a:xfrm>
          <a:prstGeom prst="rect">
            <a:avLst/>
          </a:prstGeom>
        </p:spPr>
      </p:pic>
    </p:spTree>
    <p:extLst>
      <p:ext uri="{BB962C8B-B14F-4D97-AF65-F5344CB8AC3E}">
        <p14:creationId xmlns:p14="http://schemas.microsoft.com/office/powerpoint/2010/main" val="322629524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AD167A-3E2F-68A3-5865-493638CFB535}"/>
              </a:ext>
            </a:extLst>
          </p:cNvPr>
          <p:cNvPicPr>
            <a:picLocks noChangeAspect="1"/>
          </p:cNvPicPr>
          <p:nvPr/>
        </p:nvPicPr>
        <p:blipFill>
          <a:blip r:embed="rId2"/>
          <a:stretch>
            <a:fillRect/>
          </a:stretch>
        </p:blipFill>
        <p:spPr>
          <a:xfrm>
            <a:off x="-311087" y="513779"/>
            <a:ext cx="7400925" cy="6010275"/>
          </a:xfrm>
          <a:prstGeom prst="rect">
            <a:avLst/>
          </a:prstGeom>
        </p:spPr>
      </p:pic>
      <p:pic>
        <p:nvPicPr>
          <p:cNvPr id="3" name="Picture 2">
            <a:extLst>
              <a:ext uri="{FF2B5EF4-FFF2-40B4-BE49-F238E27FC236}">
                <a16:creationId xmlns:a16="http://schemas.microsoft.com/office/drawing/2014/main" id="{8848E435-354D-4574-C990-D91840DAC861}"/>
              </a:ext>
            </a:extLst>
          </p:cNvPr>
          <p:cNvPicPr>
            <a:picLocks noChangeAspect="1"/>
          </p:cNvPicPr>
          <p:nvPr/>
        </p:nvPicPr>
        <p:blipFill>
          <a:blip r:embed="rId3"/>
          <a:stretch>
            <a:fillRect/>
          </a:stretch>
        </p:blipFill>
        <p:spPr>
          <a:xfrm>
            <a:off x="6703314" y="2357833"/>
            <a:ext cx="5086350" cy="3986388"/>
          </a:xfrm>
          <a:prstGeom prst="rect">
            <a:avLst/>
          </a:prstGeom>
        </p:spPr>
      </p:pic>
    </p:spTree>
    <p:extLst>
      <p:ext uri="{BB962C8B-B14F-4D97-AF65-F5344CB8AC3E}">
        <p14:creationId xmlns:p14="http://schemas.microsoft.com/office/powerpoint/2010/main" val="23386778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135127</TotalTime>
  <Words>1296</Words>
  <Application>Microsoft Office PowerPoint</Application>
  <PresentationFormat>Widescreen</PresentationFormat>
  <Paragraphs>106</Paragraphs>
  <Slides>157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157</vt:i4>
      </vt:variant>
    </vt:vector>
  </HeadingPairs>
  <TitlesOfParts>
    <vt:vector size="162"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299</cp:revision>
  <dcterms:created xsi:type="dcterms:W3CDTF">2024-08-13T19:20:17Z</dcterms:created>
  <dcterms:modified xsi:type="dcterms:W3CDTF">2026-08-14T16:21:51Z</dcterms:modified>
</cp:coreProperties>
</file>