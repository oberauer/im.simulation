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8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17/07/2026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18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0C7994-355F-DB1F-E449-C19D28797AB1}"/>
              </a:ext>
            </a:extLst>
          </p:cNvPr>
          <p:cNvPicPr>
            <a:picLocks noChangeAspect="1"/>
          </p:cNvPicPr>
          <p:nvPr/>
        </p:nvPicPr>
        <p:blipFill>
          <a:blip r:embed="rId2"/>
          <a:stretch>
            <a:fillRect/>
          </a:stretch>
        </p:blipFill>
        <p:spPr>
          <a:xfrm>
            <a:off x="1898842" y="392731"/>
            <a:ext cx="8126901" cy="6072538"/>
          </a:xfrm>
          <a:prstGeom prst="rect">
            <a:avLst/>
          </a:prstGeom>
        </p:spPr>
      </p:pic>
    </p:spTree>
    <p:extLst>
      <p:ext uri="{BB962C8B-B14F-4D97-AF65-F5344CB8AC3E}">
        <p14:creationId xmlns:p14="http://schemas.microsoft.com/office/powerpoint/2010/main" val="32980710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108658</TotalTime>
  <Words>1097</Words>
  <Application>Microsoft Office PowerPoint</Application>
  <PresentationFormat>Widescreen</PresentationFormat>
  <Paragraphs>82</Paragraphs>
  <Slides>134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134</vt:i4>
      </vt:variant>
    </vt:vector>
  </HeadingPairs>
  <TitlesOfParts>
    <vt:vector size="139"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267</cp:revision>
  <dcterms:created xsi:type="dcterms:W3CDTF">2024-08-13T19:20:17Z</dcterms:created>
  <dcterms:modified xsi:type="dcterms:W3CDTF">2026-07-17T13:11:31Z</dcterms:modified>
</cp:coreProperties>
</file>