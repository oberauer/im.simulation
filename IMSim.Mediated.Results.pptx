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 id="510" r:id="rId136"/>
    <p:sldId id="509" r:id="rId137"/>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159" d="100"/>
          <a:sy n="159" d="100"/>
        </p:scale>
        <p:origin x="306"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4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86.png"/></Relationships>
</file>

<file path=ppt/slides/_rels/slide136.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image" Target="../media/image187.png"/><Relationship Id="rId1" Type="http://schemas.openxmlformats.org/officeDocument/2006/relationships/slideLayout" Target="../slideLayouts/slideLayout7.xml"/><Relationship Id="rId5" Type="http://schemas.openxmlformats.org/officeDocument/2006/relationships/image" Target="../media/image190.png"/><Relationship Id="rId4" Type="http://schemas.openxmlformats.org/officeDocument/2006/relationships/image" Target="../media/image18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349844F-0DA5-3707-4E5C-4AA456F9CA74}"/>
              </a:ext>
            </a:extLst>
          </p:cNvPr>
          <p:cNvPicPr>
            <a:picLocks noChangeAspect="1"/>
          </p:cNvPicPr>
          <p:nvPr/>
        </p:nvPicPr>
        <p:blipFill>
          <a:blip r:embed="rId2"/>
          <a:stretch>
            <a:fillRect/>
          </a:stretch>
        </p:blipFill>
        <p:spPr>
          <a:xfrm>
            <a:off x="88689" y="916769"/>
            <a:ext cx="5620295" cy="5654115"/>
          </a:xfrm>
          <a:prstGeom prst="rect">
            <a:avLst/>
          </a:prstGeom>
        </p:spPr>
      </p:pic>
      <p:sp>
        <p:nvSpPr>
          <p:cNvPr id="3" name="TextBox 2">
            <a:extLst>
              <a:ext uri="{FF2B5EF4-FFF2-40B4-BE49-F238E27FC236}">
                <a16:creationId xmlns:a16="http://schemas.microsoft.com/office/drawing/2014/main" id="{BA727288-A550-EC06-EE3A-0352589E4C60}"/>
              </a:ext>
            </a:extLst>
          </p:cNvPr>
          <p:cNvSpPr txBox="1"/>
          <p:nvPr/>
        </p:nvSpPr>
        <p:spPr>
          <a:xfrm>
            <a:off x="764005" y="547437"/>
            <a:ext cx="4053417" cy="369332"/>
          </a:xfrm>
          <a:prstGeom prst="rect">
            <a:avLst/>
          </a:prstGeom>
          <a:noFill/>
        </p:spPr>
        <p:txBody>
          <a:bodyPr wrap="none" rtlCol="0">
            <a:spAutoFit/>
          </a:bodyPr>
          <a:lstStyle/>
          <a:p>
            <a:r>
              <a:rPr lang="en-CH" dirty="0"/>
              <a:t>Sensory memory with inhibition = 0.004</a:t>
            </a:r>
          </a:p>
        </p:txBody>
      </p:sp>
      <p:pic>
        <p:nvPicPr>
          <p:cNvPr id="4" name="Picture 3">
            <a:extLst>
              <a:ext uri="{FF2B5EF4-FFF2-40B4-BE49-F238E27FC236}">
                <a16:creationId xmlns:a16="http://schemas.microsoft.com/office/drawing/2014/main" id="{B33ADE9A-1CF9-A986-3947-335562F901FA}"/>
              </a:ext>
            </a:extLst>
          </p:cNvPr>
          <p:cNvPicPr>
            <a:picLocks noChangeAspect="1"/>
          </p:cNvPicPr>
          <p:nvPr/>
        </p:nvPicPr>
        <p:blipFill>
          <a:blip r:embed="rId3"/>
          <a:stretch>
            <a:fillRect/>
          </a:stretch>
        </p:blipFill>
        <p:spPr>
          <a:xfrm>
            <a:off x="5626544" y="1058779"/>
            <a:ext cx="6700202" cy="5245768"/>
          </a:xfrm>
          <a:prstGeom prst="rect">
            <a:avLst/>
          </a:prstGeom>
        </p:spPr>
      </p:pic>
      <p:sp>
        <p:nvSpPr>
          <p:cNvPr id="5" name="TextBox 4">
            <a:extLst>
              <a:ext uri="{FF2B5EF4-FFF2-40B4-BE49-F238E27FC236}">
                <a16:creationId xmlns:a16="http://schemas.microsoft.com/office/drawing/2014/main" id="{8E6ECE2A-8297-967A-5D4E-5C5FA6EB4AF3}"/>
              </a:ext>
            </a:extLst>
          </p:cNvPr>
          <p:cNvSpPr txBox="1"/>
          <p:nvPr/>
        </p:nvSpPr>
        <p:spPr>
          <a:xfrm>
            <a:off x="6246395" y="547437"/>
            <a:ext cx="4053417" cy="369332"/>
          </a:xfrm>
          <a:prstGeom prst="rect">
            <a:avLst/>
          </a:prstGeom>
          <a:noFill/>
        </p:spPr>
        <p:txBody>
          <a:bodyPr wrap="none" rtlCol="0">
            <a:spAutoFit/>
          </a:bodyPr>
          <a:lstStyle/>
          <a:p>
            <a:r>
              <a:rPr lang="en-CH" dirty="0"/>
              <a:t>Sensory memory with inhibition </a:t>
            </a:r>
            <a:r>
              <a:rPr lang="en-CH"/>
              <a:t>= 0.002</a:t>
            </a:r>
            <a:endParaRPr lang="en-CH" dirty="0"/>
          </a:p>
        </p:txBody>
      </p:sp>
    </p:spTree>
    <p:extLst>
      <p:ext uri="{BB962C8B-B14F-4D97-AF65-F5344CB8AC3E}">
        <p14:creationId xmlns:p14="http://schemas.microsoft.com/office/powerpoint/2010/main" val="329807100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42CA0A8-AEBD-DDF1-1035-CE69FCB53DEF}"/>
              </a:ext>
            </a:extLst>
          </p:cNvPr>
          <p:cNvPicPr>
            <a:picLocks noChangeAspect="1"/>
          </p:cNvPicPr>
          <p:nvPr/>
        </p:nvPicPr>
        <p:blipFill>
          <a:blip r:embed="rId2"/>
          <a:stretch>
            <a:fillRect/>
          </a:stretch>
        </p:blipFill>
        <p:spPr>
          <a:xfrm>
            <a:off x="5550175" y="-15541"/>
            <a:ext cx="6324600" cy="5324475"/>
          </a:xfrm>
          <a:prstGeom prst="rect">
            <a:avLst/>
          </a:prstGeom>
        </p:spPr>
      </p:pic>
      <p:sp>
        <p:nvSpPr>
          <p:cNvPr id="3" name="TextBox 2">
            <a:extLst>
              <a:ext uri="{FF2B5EF4-FFF2-40B4-BE49-F238E27FC236}">
                <a16:creationId xmlns:a16="http://schemas.microsoft.com/office/drawing/2014/main" id="{92586902-64D0-0C02-B697-D18A09D02299}"/>
              </a:ext>
            </a:extLst>
          </p:cNvPr>
          <p:cNvSpPr txBox="1"/>
          <p:nvPr/>
        </p:nvSpPr>
        <p:spPr>
          <a:xfrm>
            <a:off x="764005" y="547437"/>
            <a:ext cx="2892138" cy="369332"/>
          </a:xfrm>
          <a:prstGeom prst="rect">
            <a:avLst/>
          </a:prstGeom>
          <a:noFill/>
        </p:spPr>
        <p:txBody>
          <a:bodyPr wrap="none" rtlCol="0">
            <a:spAutoFit/>
          </a:bodyPr>
          <a:lstStyle/>
          <a:p>
            <a:r>
              <a:rPr lang="en-CH" dirty="0"/>
              <a:t>Alpha with inhibition = 0.004</a:t>
            </a:r>
          </a:p>
        </p:txBody>
      </p:sp>
      <p:pic>
        <p:nvPicPr>
          <p:cNvPr id="4" name="Picture 3">
            <a:extLst>
              <a:ext uri="{FF2B5EF4-FFF2-40B4-BE49-F238E27FC236}">
                <a16:creationId xmlns:a16="http://schemas.microsoft.com/office/drawing/2014/main" id="{99B46450-B9F5-05D8-ED6C-F11E340B6D4B}"/>
              </a:ext>
            </a:extLst>
          </p:cNvPr>
          <p:cNvPicPr>
            <a:picLocks noChangeAspect="1"/>
          </p:cNvPicPr>
          <p:nvPr/>
        </p:nvPicPr>
        <p:blipFill>
          <a:blip r:embed="rId3"/>
          <a:stretch>
            <a:fillRect/>
          </a:stretch>
        </p:blipFill>
        <p:spPr>
          <a:xfrm>
            <a:off x="309563" y="814888"/>
            <a:ext cx="4780890" cy="4651458"/>
          </a:xfrm>
          <a:prstGeom prst="rect">
            <a:avLst/>
          </a:prstGeom>
        </p:spPr>
      </p:pic>
      <p:pic>
        <p:nvPicPr>
          <p:cNvPr id="5" name="Picture 4">
            <a:extLst>
              <a:ext uri="{FF2B5EF4-FFF2-40B4-BE49-F238E27FC236}">
                <a16:creationId xmlns:a16="http://schemas.microsoft.com/office/drawing/2014/main" id="{E39CCF7A-8D86-9C33-3E21-CC888389957F}"/>
              </a:ext>
            </a:extLst>
          </p:cNvPr>
          <p:cNvPicPr>
            <a:picLocks noChangeAspect="1"/>
          </p:cNvPicPr>
          <p:nvPr/>
        </p:nvPicPr>
        <p:blipFill>
          <a:blip r:embed="rId4"/>
          <a:stretch>
            <a:fillRect/>
          </a:stretch>
        </p:blipFill>
        <p:spPr>
          <a:xfrm>
            <a:off x="7755403" y="3764440"/>
            <a:ext cx="4256472" cy="2869532"/>
          </a:xfrm>
          <a:prstGeom prst="rect">
            <a:avLst/>
          </a:prstGeom>
        </p:spPr>
      </p:pic>
    </p:spTree>
    <p:extLst>
      <p:ext uri="{BB962C8B-B14F-4D97-AF65-F5344CB8AC3E}">
        <p14:creationId xmlns:p14="http://schemas.microsoft.com/office/powerpoint/2010/main" val="40712560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69460E-88D1-3541-D1BC-F0C2532B2931}"/>
              </a:ext>
            </a:extLst>
          </p:cNvPr>
          <p:cNvPicPr>
            <a:picLocks noChangeAspect="1"/>
          </p:cNvPicPr>
          <p:nvPr/>
        </p:nvPicPr>
        <p:blipFill>
          <a:blip r:embed="rId2"/>
          <a:stretch>
            <a:fillRect/>
          </a:stretch>
        </p:blipFill>
        <p:spPr>
          <a:xfrm>
            <a:off x="613611" y="144379"/>
            <a:ext cx="3776664" cy="3176337"/>
          </a:xfrm>
          <a:prstGeom prst="rect">
            <a:avLst/>
          </a:prstGeom>
        </p:spPr>
      </p:pic>
      <p:pic>
        <p:nvPicPr>
          <p:cNvPr id="3" name="Picture 2">
            <a:extLst>
              <a:ext uri="{FF2B5EF4-FFF2-40B4-BE49-F238E27FC236}">
                <a16:creationId xmlns:a16="http://schemas.microsoft.com/office/drawing/2014/main" id="{A44F44DC-228E-AAA0-2822-2476670E726D}"/>
              </a:ext>
            </a:extLst>
          </p:cNvPr>
          <p:cNvPicPr>
            <a:picLocks noChangeAspect="1"/>
          </p:cNvPicPr>
          <p:nvPr/>
        </p:nvPicPr>
        <p:blipFill>
          <a:blip r:embed="rId3"/>
          <a:stretch>
            <a:fillRect/>
          </a:stretch>
        </p:blipFill>
        <p:spPr>
          <a:xfrm>
            <a:off x="468968" y="3201481"/>
            <a:ext cx="3981345" cy="3512140"/>
          </a:xfrm>
          <a:prstGeom prst="rect">
            <a:avLst/>
          </a:prstGeom>
        </p:spPr>
      </p:pic>
      <p:pic>
        <p:nvPicPr>
          <p:cNvPr id="4" name="Picture 3">
            <a:extLst>
              <a:ext uri="{FF2B5EF4-FFF2-40B4-BE49-F238E27FC236}">
                <a16:creationId xmlns:a16="http://schemas.microsoft.com/office/drawing/2014/main" id="{D22597C2-4CE0-AA5F-04FB-8C023D3C2E69}"/>
              </a:ext>
            </a:extLst>
          </p:cNvPr>
          <p:cNvPicPr>
            <a:picLocks noChangeAspect="1"/>
          </p:cNvPicPr>
          <p:nvPr/>
        </p:nvPicPr>
        <p:blipFill>
          <a:blip r:embed="rId4"/>
          <a:stretch>
            <a:fillRect/>
          </a:stretch>
        </p:blipFill>
        <p:spPr>
          <a:xfrm>
            <a:off x="5495463" y="144379"/>
            <a:ext cx="4228058" cy="3429000"/>
          </a:xfrm>
          <a:prstGeom prst="rect">
            <a:avLst/>
          </a:prstGeom>
        </p:spPr>
      </p:pic>
      <p:pic>
        <p:nvPicPr>
          <p:cNvPr id="5" name="Picture 4">
            <a:extLst>
              <a:ext uri="{FF2B5EF4-FFF2-40B4-BE49-F238E27FC236}">
                <a16:creationId xmlns:a16="http://schemas.microsoft.com/office/drawing/2014/main" id="{AFE764D0-A644-FF80-9C70-57DE68DFBE5D}"/>
              </a:ext>
            </a:extLst>
          </p:cNvPr>
          <p:cNvPicPr>
            <a:picLocks noChangeAspect="1"/>
          </p:cNvPicPr>
          <p:nvPr/>
        </p:nvPicPr>
        <p:blipFill>
          <a:blip r:embed="rId5"/>
          <a:stretch>
            <a:fillRect/>
          </a:stretch>
        </p:blipFill>
        <p:spPr>
          <a:xfrm>
            <a:off x="5618819" y="3620063"/>
            <a:ext cx="3981345" cy="3183795"/>
          </a:xfrm>
          <a:prstGeom prst="rect">
            <a:avLst/>
          </a:prstGeom>
        </p:spPr>
      </p:pic>
    </p:spTree>
    <p:extLst>
      <p:ext uri="{BB962C8B-B14F-4D97-AF65-F5344CB8AC3E}">
        <p14:creationId xmlns:p14="http://schemas.microsoft.com/office/powerpoint/2010/main" val="7918540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111609</TotalTime>
  <Words>1114</Words>
  <Application>Microsoft Office PowerPoint</Application>
  <PresentationFormat>Widescreen</PresentationFormat>
  <Paragraphs>85</Paragraphs>
  <Slides>136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136</vt:i4>
      </vt:variant>
    </vt:vector>
  </HeadingPairs>
  <TitlesOfParts>
    <vt:vector size="141"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272</cp:revision>
  <dcterms:created xsi:type="dcterms:W3CDTF">2024-08-13T19:20:17Z</dcterms:created>
  <dcterms:modified xsi:type="dcterms:W3CDTF">2026-07-22T16:40:54Z</dcterms:modified>
</cp:coreProperties>
</file>