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1" r:id="rId138"/>
    <p:sldId id="509" r:id="rId139"/>
    <p:sldId id="514" r:id="rId140"/>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3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658855" y="1003910"/>
            <a:ext cx="5316566" cy="5252511"/>
          </a:xfrm>
          <a:prstGeom prst="rect">
            <a:avLst/>
          </a:prstGeom>
        </p:spPr>
      </p:pic>
      <p:pic>
        <p:nvPicPr>
          <p:cNvPr id="7" name="Picture 6">
            <a:extLst>
              <a:ext uri="{FF2B5EF4-FFF2-40B4-BE49-F238E27FC236}">
                <a16:creationId xmlns:a16="http://schemas.microsoft.com/office/drawing/2014/main" id="{34B2EC4C-5BC5-A710-EA61-BBC0ED73872A}"/>
              </a:ext>
            </a:extLst>
          </p:cNvPr>
          <p:cNvPicPr>
            <a:picLocks noChangeAspect="1"/>
          </p:cNvPicPr>
          <p:nvPr/>
        </p:nvPicPr>
        <p:blipFill>
          <a:blip r:embed="rId3"/>
          <a:stretch>
            <a:fillRect/>
          </a:stretch>
        </p:blipFill>
        <p:spPr>
          <a:xfrm>
            <a:off x="282241" y="1058052"/>
            <a:ext cx="5198144" cy="5041233"/>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6316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116179</TotalTime>
  <Words>1149</Words>
  <Application>Microsoft Office PowerPoint</Application>
  <PresentationFormat>Widescreen</PresentationFormat>
  <Paragraphs>88</Paragraphs>
  <Slides>139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139</vt:i4>
      </vt:variant>
    </vt:vector>
  </HeadingPairs>
  <TitlesOfParts>
    <vt:vector size="144"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CD and Retro-Cueing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278</cp:revision>
  <dcterms:created xsi:type="dcterms:W3CDTF">2024-08-13T19:20:17Z</dcterms:created>
  <dcterms:modified xsi:type="dcterms:W3CDTF">2026-07-26T12:28:47Z</dcterms:modified>
</cp:coreProperties>
</file>