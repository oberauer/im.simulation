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19" r:id="rId144"/>
    <p:sldId id="520" r:id="rId145"/>
    <p:sldId id="521" r:id="rId14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159" d="100"/>
          <a:sy n="159" d="100"/>
        </p:scale>
        <p:origin x="306"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02/08/2026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06.png"/><Relationship Id="rId2" Type="http://schemas.openxmlformats.org/officeDocument/2006/relationships/image" Target="../media/image205.pn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E4B7D4-4006-87A3-CDB4-A59FD523910B}"/>
              </a:ext>
            </a:extLst>
          </p:cNvPr>
          <p:cNvPicPr>
            <a:picLocks noChangeAspect="1"/>
          </p:cNvPicPr>
          <p:nvPr/>
        </p:nvPicPr>
        <p:blipFill>
          <a:blip r:embed="rId2"/>
          <a:stretch>
            <a:fillRect/>
          </a:stretch>
        </p:blipFill>
        <p:spPr>
          <a:xfrm>
            <a:off x="1647204" y="13811"/>
            <a:ext cx="8897592" cy="6830378"/>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pic>
        <p:nvPicPr>
          <p:cNvPr id="5" name="Picture 4">
            <a:extLst>
              <a:ext uri="{FF2B5EF4-FFF2-40B4-BE49-F238E27FC236}">
                <a16:creationId xmlns:a16="http://schemas.microsoft.com/office/drawing/2014/main" id="{CA02EFE8-609E-6B2E-97EC-6ABF9DACD0A5}"/>
              </a:ext>
            </a:extLst>
          </p:cNvPr>
          <p:cNvPicPr>
            <a:picLocks noChangeAspect="1"/>
          </p:cNvPicPr>
          <p:nvPr/>
        </p:nvPicPr>
        <p:blipFill>
          <a:blip r:embed="rId2"/>
          <a:stretch>
            <a:fillRect/>
          </a:stretch>
        </p:blipFill>
        <p:spPr>
          <a:xfrm>
            <a:off x="0" y="1136985"/>
            <a:ext cx="6647021" cy="4746458"/>
          </a:xfrm>
          <a:prstGeom prst="rect">
            <a:avLst/>
          </a:prstGeom>
        </p:spPr>
      </p:pic>
      <p:pic>
        <p:nvPicPr>
          <p:cNvPr id="6" name="Picture 5">
            <a:extLst>
              <a:ext uri="{FF2B5EF4-FFF2-40B4-BE49-F238E27FC236}">
                <a16:creationId xmlns:a16="http://schemas.microsoft.com/office/drawing/2014/main" id="{852994C1-96DF-5393-DDB2-4786352113D6}"/>
              </a:ext>
            </a:extLst>
          </p:cNvPr>
          <p:cNvPicPr>
            <a:picLocks noChangeAspect="1"/>
          </p:cNvPicPr>
          <p:nvPr/>
        </p:nvPicPr>
        <p:blipFill>
          <a:blip r:embed="rId3"/>
          <a:stretch>
            <a:fillRect/>
          </a:stretch>
        </p:blipFill>
        <p:spPr>
          <a:xfrm>
            <a:off x="6295682" y="1664208"/>
            <a:ext cx="5896318" cy="4292387"/>
          </a:xfrm>
          <a:prstGeom prst="rect">
            <a:avLst/>
          </a:prstGeom>
        </p:spPr>
      </p:pic>
    </p:spTree>
    <p:extLst>
      <p:ext uri="{BB962C8B-B14F-4D97-AF65-F5344CB8AC3E}">
        <p14:creationId xmlns:p14="http://schemas.microsoft.com/office/powerpoint/2010/main" val="34021600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3" name="Picture 2">
            <a:extLst>
              <a:ext uri="{FF2B5EF4-FFF2-40B4-BE49-F238E27FC236}">
                <a16:creationId xmlns:a16="http://schemas.microsoft.com/office/drawing/2014/main" id="{7F621474-4A7A-8F4E-23F6-337F623839CF}"/>
              </a:ext>
            </a:extLst>
          </p:cNvPr>
          <p:cNvPicPr>
            <a:picLocks noChangeAspect="1"/>
          </p:cNvPicPr>
          <p:nvPr/>
        </p:nvPicPr>
        <p:blipFill>
          <a:blip r:embed="rId2"/>
          <a:stretch>
            <a:fillRect/>
          </a:stretch>
        </p:blipFill>
        <p:spPr>
          <a:xfrm>
            <a:off x="141931" y="1469136"/>
            <a:ext cx="6538679" cy="4925568"/>
          </a:xfrm>
          <a:prstGeom prst="rect">
            <a:avLst/>
          </a:prstGeom>
        </p:spPr>
      </p:pic>
      <p:pic>
        <p:nvPicPr>
          <p:cNvPr id="5" name="Picture 4">
            <a:extLst>
              <a:ext uri="{FF2B5EF4-FFF2-40B4-BE49-F238E27FC236}">
                <a16:creationId xmlns:a16="http://schemas.microsoft.com/office/drawing/2014/main" id="{7D667D1A-A828-B6BB-CFAE-F9293D051291}"/>
              </a:ext>
            </a:extLst>
          </p:cNvPr>
          <p:cNvPicPr>
            <a:picLocks noChangeAspect="1"/>
          </p:cNvPicPr>
          <p:nvPr/>
        </p:nvPicPr>
        <p:blipFill>
          <a:blip r:embed="rId3"/>
          <a:stretch>
            <a:fillRect/>
          </a:stretch>
        </p:blipFill>
        <p:spPr>
          <a:xfrm>
            <a:off x="6205729" y="1469136"/>
            <a:ext cx="6049280" cy="4477715"/>
          </a:xfrm>
          <a:prstGeom prst="rect">
            <a:avLst/>
          </a:prstGeom>
        </p:spPr>
      </p:pic>
    </p:spTree>
    <p:extLst>
      <p:ext uri="{BB962C8B-B14F-4D97-AF65-F5344CB8AC3E}">
        <p14:creationId xmlns:p14="http://schemas.microsoft.com/office/powerpoint/2010/main" val="8226417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4" name="Picture 3">
            <a:extLst>
              <a:ext uri="{FF2B5EF4-FFF2-40B4-BE49-F238E27FC236}">
                <a16:creationId xmlns:a16="http://schemas.microsoft.com/office/drawing/2014/main" id="{4EBD7C5B-181B-3E26-252F-932F0B6A48B4}"/>
              </a:ext>
            </a:extLst>
          </p:cNvPr>
          <p:cNvPicPr>
            <a:picLocks noChangeAspect="1"/>
          </p:cNvPicPr>
          <p:nvPr/>
        </p:nvPicPr>
        <p:blipFill>
          <a:blip r:embed="rId2"/>
          <a:stretch>
            <a:fillRect/>
          </a:stretch>
        </p:blipFill>
        <p:spPr>
          <a:xfrm>
            <a:off x="380092" y="1399272"/>
            <a:ext cx="6377152" cy="4670660"/>
          </a:xfrm>
          <a:prstGeom prst="rect">
            <a:avLst/>
          </a:prstGeom>
        </p:spPr>
      </p:pic>
    </p:spTree>
    <p:extLst>
      <p:ext uri="{BB962C8B-B14F-4D97-AF65-F5344CB8AC3E}">
        <p14:creationId xmlns:p14="http://schemas.microsoft.com/office/powerpoint/2010/main" val="29441729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126598</TotalTime>
  <Words>1239</Words>
  <Application>Microsoft Office PowerPoint</Application>
  <PresentationFormat>Widescreen</PresentationFormat>
  <Paragraphs>97</Paragraphs>
  <Slides>145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145</vt:i4>
      </vt:variant>
    </vt:vector>
  </HeadingPairs>
  <TitlesOfParts>
    <vt:vector size="150"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285</cp:revision>
  <dcterms:created xsi:type="dcterms:W3CDTF">2024-08-13T19:20:17Z</dcterms:created>
  <dcterms:modified xsi:type="dcterms:W3CDTF">2026-08-05T07:36:20Z</dcterms:modified>
</cp:coreProperties>
</file>