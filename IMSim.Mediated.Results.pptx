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 id="453" r:id="rId82"/>
    <p:sldId id="454" r:id="rId83"/>
    <p:sldId id="455" r:id="rId84"/>
    <p:sldId id="456" r:id="rId85"/>
    <p:sldId id="457" r:id="rId86"/>
    <p:sldId id="458" r:id="rId87"/>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2596839" y="0"/>
            <a:ext cx="6878579" cy="6858000"/>
          </a:xfrm>
          <a:prstGeom prst="rect">
            <a:avLst/>
          </a:prstGeom>
        </p:spPr>
      </p:pic>
    </p:spTree>
    <p:extLst>
      <p:ext uri="{BB962C8B-B14F-4D97-AF65-F5344CB8AC3E}">
        <p14:creationId xmlns:p14="http://schemas.microsoft.com/office/powerpoint/2010/main" val="30301510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77722</TotalTime>
  <Words>569</Words>
  <Application>Microsoft Office PowerPoint</Application>
  <PresentationFormat>Widescreen</PresentationFormat>
  <Paragraphs>53</Paragraphs>
  <Slides>86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86</vt:i4>
      </vt:variant>
    </vt:vector>
  </HeadingPairs>
  <TitlesOfParts>
    <vt:vector size="91"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203</cp:revision>
  <dcterms:created xsi:type="dcterms:W3CDTF">2024-08-13T19:20:17Z</dcterms:created>
  <dcterms:modified xsi:type="dcterms:W3CDTF">2026-05-30T07:44:37Z</dcterms:modified>
</cp:coreProperties>
</file>