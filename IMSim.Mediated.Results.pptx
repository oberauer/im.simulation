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478" r:id="rId116"/>
    <p:sldId id="480" r:id="rId117"/>
    <p:sldId id="481" r:id="rId118"/>
    <p:sldId id="498" r:id="rId119"/>
    <p:sldId id="485" r:id="rId120"/>
    <p:sldId id="495" r:id="rId121"/>
    <p:sldId id="497" r:id="rId122"/>
    <p:sldId id="490" r:id="rId123"/>
    <p:sldId id="491" r:id="rId124"/>
    <p:sldId id="492" r:id="rId125"/>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 Id="rId4" Type="http://schemas.openxmlformats.org/officeDocument/2006/relationships/image" Target="../media/image108.png"/></Relationships>
</file>

<file path=ppt/slides/_rels/slide8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3.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image" Target="../media/image165.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a:t>
            </a:r>
            <a:r>
              <a:rPr lang="en-CH"/>
              <a:t>not benefit from FX</a:t>
            </a:r>
            <a:endParaRPr lang="en-CH" dirty="0"/>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100330</TotalTime>
  <Words>894</Words>
  <Application>Microsoft Office PowerPoint</Application>
  <PresentationFormat>Widescreen</PresentationFormat>
  <Paragraphs>71</Paragraphs>
  <Slides>124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124</vt:i4>
      </vt:variant>
    </vt:vector>
  </HeadingPairs>
  <TitlesOfParts>
    <vt:vector size="129"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253</cp:revision>
  <dcterms:created xsi:type="dcterms:W3CDTF">2024-08-13T19:20:17Z</dcterms:created>
  <dcterms:modified xsi:type="dcterms:W3CDTF">2026-06-17T01:14:36Z</dcterms:modified>
</cp:coreProperties>
</file>