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478" r:id="rId116"/>
    <p:sldId id="480" r:id="rId117"/>
    <p:sldId id="481" r:id="rId118"/>
    <p:sldId id="498" r:id="rId119"/>
    <p:sldId id="485" r:id="rId120"/>
    <p:sldId id="495" r:id="rId121"/>
    <p:sldId id="497" r:id="rId122"/>
    <p:sldId id="490" r:id="rId123"/>
    <p:sldId id="491" r:id="rId124"/>
    <p:sldId id="492" r:id="rId125"/>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5" autoAdjust="0"/>
    <p:restoredTop sz="94660"/>
  </p:normalViewPr>
  <p:slideViewPr>
    <p:cSldViewPr snapToGrid="0">
      <p:cViewPr varScale="1">
        <p:scale>
          <a:sx n="88" d="100"/>
          <a:sy n="88" d="100"/>
        </p:scale>
        <p:origin x="213" y="81"/>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theme" Target="theme/theme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13" Type="http://schemas.openxmlformats.org/officeDocument/2006/relationships/slide" Target="slides/slide112.xml"/><Relationship Id="rId118" Type="http://schemas.openxmlformats.org/officeDocument/2006/relationships/slide" Target="slides/slide117.xml"/><Relationship Id="rId126"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viewProps" Target="viewProps.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15/06/2026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7.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6.png"/><Relationship Id="rId1" Type="http://schemas.openxmlformats.org/officeDocument/2006/relationships/slideLayout" Target="../slideLayouts/slideLayout7.xml"/><Relationship Id="rId4" Type="http://schemas.openxmlformats.org/officeDocument/2006/relationships/image" Target="../media/image108.png"/></Relationships>
</file>

<file path=ppt/slides/_rels/slide83.xml.rels><?xml version="1.0" encoding="UTF-8" standalone="yes"?>
<Relationships xmlns="http://schemas.openxmlformats.org/package/2006/relationships"><Relationship Id="rId2" Type="http://schemas.openxmlformats.org/officeDocument/2006/relationships/image" Target="../media/image109.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2.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6.png"/><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19.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29.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2.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6.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0.png"/><Relationship Id="rId2" Type="http://schemas.openxmlformats.org/officeDocument/2006/relationships/image" Target="../media/image139.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image" Target="../media/image141.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image" Target="../media/image143.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5.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3.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3" Type="http://schemas.openxmlformats.org/officeDocument/2006/relationships/image" Target="../media/image166.png"/><Relationship Id="rId2" Type="http://schemas.openxmlformats.org/officeDocument/2006/relationships/image" Target="../media/image165.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3924300" y="-70757"/>
            <a:ext cx="6351813"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680358" y="1072243"/>
            <a:ext cx="2258785" cy="369332"/>
          </a:xfrm>
          <a:prstGeom prst="rect">
            <a:avLst/>
          </a:prstGeom>
          <a:noFill/>
        </p:spPr>
        <p:txBody>
          <a:bodyPr wrap="square" rtlCol="0">
            <a:spAutoFit/>
          </a:bodyPr>
          <a:lstStyle/>
          <a:p>
            <a:r>
              <a:rPr lang="en-CH" dirty="0"/>
              <a:t>With </a:t>
            </a:r>
            <a:r>
              <a:rPr lang="en-CH" dirty="0" err="1"/>
              <a:t>p.wnoise</a:t>
            </a:r>
            <a:r>
              <a:rPr lang="en-CH" dirty="0"/>
              <a:t> = 0.03</a:t>
            </a:r>
          </a:p>
        </p:txBody>
      </p:sp>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230832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a:t>
            </a:r>
            <a:r>
              <a:rPr lang="en-CH"/>
              <a:t>with neutral cue?</a:t>
            </a:r>
            <a:endParaRPr lang="en-CH" dirty="0"/>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a:t> = 1.5</a:t>
            </a:r>
            <a:endParaRPr lang="en-CH" dirty="0"/>
          </a:p>
        </p:txBody>
      </p:sp>
    </p:spTree>
    <p:extLst>
      <p:ext uri="{BB962C8B-B14F-4D97-AF65-F5344CB8AC3E}">
        <p14:creationId xmlns:p14="http://schemas.microsoft.com/office/powerpoint/2010/main" val="2186522811"/>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97643</TotalTime>
  <Words>836</Words>
  <Application>Microsoft Office PowerPoint</Application>
  <PresentationFormat>Widescreen</PresentationFormat>
  <Paragraphs>69</Paragraphs>
  <Slides>124</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124</vt:i4>
      </vt:variant>
    </vt:vector>
  </HeadingPairs>
  <TitlesOfParts>
    <vt:vector size="129"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252</cp:revision>
  <dcterms:created xsi:type="dcterms:W3CDTF">2024-08-13T19:20:17Z</dcterms:created>
  <dcterms:modified xsi:type="dcterms:W3CDTF">2026-06-15T04:27:28Z</dcterms:modified>
</cp:coreProperties>
</file>