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3" r:id="rId131"/>
    <p:sldId id="502" r:id="rId132"/>
    <p:sldId id="506" r:id="rId133"/>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slide" Target="slides/slide117.xml"/><Relationship Id="rId126" Type="http://schemas.openxmlformats.org/officeDocument/2006/relationships/slide" Target="slides/slide125.xml"/><Relationship Id="rId13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13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image" Target="../media/image145.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8.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image" Target="../media/image153.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9.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image" Target="../media/image162.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6.png"/><Relationship Id="rId2" Type="http://schemas.openxmlformats.org/officeDocument/2006/relationships/image" Target="../media/image165.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3" Type="http://schemas.openxmlformats.org/officeDocument/2006/relationships/image" Target="../media/image178.png"/><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pic>
        <p:nvPicPr>
          <p:cNvPr id="4" name="Picture 3">
            <a:extLst>
              <a:ext uri="{FF2B5EF4-FFF2-40B4-BE49-F238E27FC236}">
                <a16:creationId xmlns:a16="http://schemas.microsoft.com/office/drawing/2014/main" id="{A2623FBB-E132-87E1-3555-B1F9650C871D}"/>
              </a:ext>
            </a:extLst>
          </p:cNvPr>
          <p:cNvPicPr>
            <a:picLocks noChangeAspect="1"/>
          </p:cNvPicPr>
          <p:nvPr/>
        </p:nvPicPr>
        <p:blipFill>
          <a:blip r:embed="rId3"/>
          <a:stretch>
            <a:fillRect/>
          </a:stretch>
        </p:blipFill>
        <p:spPr>
          <a:xfrm>
            <a:off x="179614" y="1813967"/>
            <a:ext cx="6288318" cy="4613264"/>
          </a:xfrm>
          <a:prstGeom prst="rect">
            <a:avLst/>
          </a:prstGeom>
        </p:spPr>
      </p:pic>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103968</TotalTime>
  <Words>1050</Words>
  <Application>Microsoft Office PowerPoint</Application>
  <PresentationFormat>Widescreen</PresentationFormat>
  <Paragraphs>78</Paragraphs>
  <Slides>132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132</vt:i4>
      </vt:variant>
    </vt:vector>
  </HeadingPairs>
  <TitlesOfParts>
    <vt:vector size="137"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264</cp:revision>
  <dcterms:created xsi:type="dcterms:W3CDTF">2024-08-13T19:20:17Z</dcterms:created>
  <dcterms:modified xsi:type="dcterms:W3CDTF">2026-06-19T13:52:38Z</dcterms:modified>
</cp:coreProperties>
</file>