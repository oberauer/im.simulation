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0" r:id="rId136"/>
    <p:sldId id="512" r:id="rId137"/>
    <p:sldId id="511" r:id="rId138"/>
    <p:sldId id="509" r:id="rId139"/>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159" d="100"/>
          <a:sy n="159" d="100"/>
        </p:scale>
        <p:origin x="306"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22/07/2026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349844F-0DA5-3707-4E5C-4AA456F9CA74}"/>
              </a:ext>
            </a:extLst>
          </p:cNvPr>
          <p:cNvPicPr>
            <a:picLocks noChangeAspect="1"/>
          </p:cNvPicPr>
          <p:nvPr/>
        </p:nvPicPr>
        <p:blipFill>
          <a:blip r:embed="rId2"/>
          <a:stretch>
            <a:fillRect/>
          </a:stretch>
        </p:blipFill>
        <p:spPr>
          <a:xfrm>
            <a:off x="88689" y="916769"/>
            <a:ext cx="5620295" cy="5654115"/>
          </a:xfrm>
          <a:prstGeom prst="rect">
            <a:avLst/>
          </a:prstGeom>
        </p:spPr>
      </p:pic>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pic>
        <p:nvPicPr>
          <p:cNvPr id="4" name="Picture 3">
            <a:extLst>
              <a:ext uri="{FF2B5EF4-FFF2-40B4-BE49-F238E27FC236}">
                <a16:creationId xmlns:a16="http://schemas.microsoft.com/office/drawing/2014/main" id="{B33ADE9A-1CF9-A986-3947-335562F901FA}"/>
              </a:ext>
            </a:extLst>
          </p:cNvPr>
          <p:cNvPicPr>
            <a:picLocks noChangeAspect="1"/>
          </p:cNvPicPr>
          <p:nvPr/>
        </p:nvPicPr>
        <p:blipFill>
          <a:blip r:embed="rId3"/>
          <a:stretch>
            <a:fillRect/>
          </a:stretch>
        </p:blipFill>
        <p:spPr>
          <a:xfrm>
            <a:off x="5626544" y="1120942"/>
            <a:ext cx="6700202" cy="5245768"/>
          </a:xfrm>
          <a:prstGeom prst="rect">
            <a:avLst/>
          </a:prstGeom>
        </p:spPr>
      </p:pic>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42CA0A8-AEBD-DDF1-1035-CE69FCB53DEF}"/>
              </a:ext>
            </a:extLst>
          </p:cNvPr>
          <p:cNvPicPr>
            <a:picLocks noChangeAspect="1"/>
          </p:cNvPicPr>
          <p:nvPr/>
        </p:nvPicPr>
        <p:blipFill>
          <a:blip r:embed="rId2"/>
          <a:stretch>
            <a:fillRect/>
          </a:stretch>
        </p:blipFill>
        <p:spPr>
          <a:xfrm>
            <a:off x="5550175" y="-15541"/>
            <a:ext cx="6324600" cy="5324475"/>
          </a:xfrm>
          <a:prstGeom prst="rect">
            <a:avLst/>
          </a:prstGeom>
        </p:spPr>
      </p:pic>
      <p:sp>
        <p:nvSpPr>
          <p:cNvPr id="3" name="TextBox 2">
            <a:extLst>
              <a:ext uri="{FF2B5EF4-FFF2-40B4-BE49-F238E27FC236}">
                <a16:creationId xmlns:a16="http://schemas.microsoft.com/office/drawing/2014/main" id="{92586902-64D0-0C02-B697-D18A09D02299}"/>
              </a:ext>
            </a:extLst>
          </p:cNvPr>
          <p:cNvSpPr txBox="1"/>
          <p:nvPr/>
        </p:nvSpPr>
        <p:spPr>
          <a:xfrm>
            <a:off x="764005" y="547437"/>
            <a:ext cx="2892138" cy="369332"/>
          </a:xfrm>
          <a:prstGeom prst="rect">
            <a:avLst/>
          </a:prstGeom>
          <a:noFill/>
        </p:spPr>
        <p:txBody>
          <a:bodyPr wrap="none" rtlCol="0">
            <a:spAutoFit/>
          </a:bodyPr>
          <a:lstStyle/>
          <a:p>
            <a:r>
              <a:rPr lang="en-CH" dirty="0"/>
              <a:t>Alpha with inhibition = 0.004</a:t>
            </a:r>
          </a:p>
        </p:txBody>
      </p:sp>
      <p:pic>
        <p:nvPicPr>
          <p:cNvPr id="4" name="Picture 3">
            <a:extLst>
              <a:ext uri="{FF2B5EF4-FFF2-40B4-BE49-F238E27FC236}">
                <a16:creationId xmlns:a16="http://schemas.microsoft.com/office/drawing/2014/main" id="{99B46450-B9F5-05D8-ED6C-F11E340B6D4B}"/>
              </a:ext>
            </a:extLst>
          </p:cNvPr>
          <p:cNvPicPr>
            <a:picLocks noChangeAspect="1"/>
          </p:cNvPicPr>
          <p:nvPr/>
        </p:nvPicPr>
        <p:blipFill>
          <a:blip r:embed="rId3"/>
          <a:stretch>
            <a:fillRect/>
          </a:stretch>
        </p:blipFill>
        <p:spPr>
          <a:xfrm>
            <a:off x="309563" y="814888"/>
            <a:ext cx="4780890" cy="4651458"/>
          </a:xfrm>
          <a:prstGeom prst="rect">
            <a:avLst/>
          </a:prstGeom>
        </p:spPr>
      </p:pic>
      <p:pic>
        <p:nvPicPr>
          <p:cNvPr id="5" name="Picture 4">
            <a:extLst>
              <a:ext uri="{FF2B5EF4-FFF2-40B4-BE49-F238E27FC236}">
                <a16:creationId xmlns:a16="http://schemas.microsoft.com/office/drawing/2014/main" id="{E39CCF7A-8D86-9C33-3E21-CC888389957F}"/>
              </a:ext>
            </a:extLst>
          </p:cNvPr>
          <p:cNvPicPr>
            <a:picLocks noChangeAspect="1"/>
          </p:cNvPicPr>
          <p:nvPr/>
        </p:nvPicPr>
        <p:blipFill>
          <a:blip r:embed="rId4"/>
          <a:stretch>
            <a:fillRect/>
          </a:stretch>
        </p:blipFill>
        <p:spPr>
          <a:xfrm>
            <a:off x="7755403" y="3764440"/>
            <a:ext cx="4256472" cy="2869532"/>
          </a:xfrm>
          <a:prstGeom prst="rect">
            <a:avLst/>
          </a:prstGeom>
        </p:spPr>
      </p:pic>
    </p:spTree>
    <p:extLst>
      <p:ext uri="{BB962C8B-B14F-4D97-AF65-F5344CB8AC3E}">
        <p14:creationId xmlns:p14="http://schemas.microsoft.com/office/powerpoint/2010/main" val="40712560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2892138" cy="369332"/>
          </a:xfrm>
          <a:prstGeom prst="rect">
            <a:avLst/>
          </a:prstGeom>
          <a:noFill/>
        </p:spPr>
        <p:txBody>
          <a:bodyPr wrap="none" rtlCol="0">
            <a:spAutoFit/>
          </a:bodyPr>
          <a:lstStyle/>
          <a:p>
            <a:r>
              <a:rPr lang="en-CH" dirty="0"/>
              <a:t>Alpha with inhibition = 0.002</a:t>
            </a:r>
          </a:p>
        </p:txBody>
      </p:sp>
      <p:pic>
        <p:nvPicPr>
          <p:cNvPr id="6" name="Picture 5">
            <a:extLst>
              <a:ext uri="{FF2B5EF4-FFF2-40B4-BE49-F238E27FC236}">
                <a16:creationId xmlns:a16="http://schemas.microsoft.com/office/drawing/2014/main" id="{3202A3E7-B6FD-1A65-EC86-B9E1CC3CBF80}"/>
              </a:ext>
            </a:extLst>
          </p:cNvPr>
          <p:cNvPicPr>
            <a:picLocks noChangeAspect="1"/>
          </p:cNvPicPr>
          <p:nvPr/>
        </p:nvPicPr>
        <p:blipFill>
          <a:blip r:embed="rId2"/>
          <a:stretch>
            <a:fillRect/>
          </a:stretch>
        </p:blipFill>
        <p:spPr>
          <a:xfrm>
            <a:off x="5150312" y="180474"/>
            <a:ext cx="6110708" cy="4409574"/>
          </a:xfrm>
          <a:prstGeom prst="rect">
            <a:avLst/>
          </a:prstGeom>
        </p:spPr>
      </p:pic>
      <p:pic>
        <p:nvPicPr>
          <p:cNvPr id="7" name="Picture 6">
            <a:extLst>
              <a:ext uri="{FF2B5EF4-FFF2-40B4-BE49-F238E27FC236}">
                <a16:creationId xmlns:a16="http://schemas.microsoft.com/office/drawing/2014/main" id="{8F9F994A-46D2-95A3-EA99-DF71B4E7BF0D}"/>
              </a:ext>
            </a:extLst>
          </p:cNvPr>
          <p:cNvPicPr>
            <a:picLocks noChangeAspect="1"/>
          </p:cNvPicPr>
          <p:nvPr/>
        </p:nvPicPr>
        <p:blipFill>
          <a:blip r:embed="rId3"/>
          <a:stretch>
            <a:fillRect/>
          </a:stretch>
        </p:blipFill>
        <p:spPr>
          <a:xfrm>
            <a:off x="348817" y="1191127"/>
            <a:ext cx="4801495" cy="3711742"/>
          </a:xfrm>
          <a:prstGeom prst="rect">
            <a:avLst/>
          </a:prstGeom>
        </p:spPr>
      </p:pic>
      <p:pic>
        <p:nvPicPr>
          <p:cNvPr id="8" name="Picture 7">
            <a:extLst>
              <a:ext uri="{FF2B5EF4-FFF2-40B4-BE49-F238E27FC236}">
                <a16:creationId xmlns:a16="http://schemas.microsoft.com/office/drawing/2014/main" id="{418C08D1-D66B-A4A9-1298-D5E0D0BC00CF}"/>
              </a:ext>
            </a:extLst>
          </p:cNvPr>
          <p:cNvPicPr>
            <a:picLocks noChangeAspect="1"/>
          </p:cNvPicPr>
          <p:nvPr/>
        </p:nvPicPr>
        <p:blipFill>
          <a:blip r:embed="rId4"/>
          <a:stretch>
            <a:fillRect/>
          </a:stretch>
        </p:blipFill>
        <p:spPr>
          <a:xfrm>
            <a:off x="7976937" y="3230526"/>
            <a:ext cx="4141626" cy="3344686"/>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6316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112525</TotalTime>
  <Words>1119</Words>
  <Application>Microsoft Office PowerPoint</Application>
  <PresentationFormat>Widescreen</PresentationFormat>
  <Paragraphs>86</Paragraphs>
  <Slides>138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138</vt:i4>
      </vt:variant>
    </vt:vector>
  </HeadingPairs>
  <TitlesOfParts>
    <vt:vector size="143"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274</cp:revision>
  <dcterms:created xsi:type="dcterms:W3CDTF">2024-08-13T19:20:17Z</dcterms:created>
  <dcterms:modified xsi:type="dcterms:W3CDTF">2026-07-23T07:56:40Z</dcterms:modified>
</cp:coreProperties>
</file>