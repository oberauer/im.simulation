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478" r:id="rId116"/>
    <p:sldId id="480" r:id="rId117"/>
    <p:sldId id="481" r:id="rId118"/>
    <p:sldId id="498" r:id="rId119"/>
    <p:sldId id="485" r:id="rId120"/>
    <p:sldId id="495" r:id="rId121"/>
    <p:sldId id="497" r:id="rId122"/>
    <p:sldId id="490" r:id="rId123"/>
    <p:sldId id="491" r:id="rId124"/>
    <p:sldId id="492" r:id="rId125"/>
    <p:sldId id="499" r:id="rId126"/>
    <p:sldId id="500" r:id="rId127"/>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8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5.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168728"/>
            <a:ext cx="7454739" cy="6293448"/>
          </a:xfrm>
          <a:prstGeom prst="rect">
            <a:avLst/>
          </a:prstGeom>
        </p:spPr>
      </p:pic>
    </p:spTree>
    <p:extLst>
      <p:ext uri="{BB962C8B-B14F-4D97-AF65-F5344CB8AC3E}">
        <p14:creationId xmlns:p14="http://schemas.microsoft.com/office/powerpoint/2010/main" val="19569147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101647</TotalTime>
  <Words>905</Words>
  <Application>Microsoft Office PowerPoint</Application>
  <PresentationFormat>Widescreen</PresentationFormat>
  <Paragraphs>72</Paragraphs>
  <Slides>126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126</vt:i4>
      </vt:variant>
    </vt:vector>
  </HeadingPairs>
  <TitlesOfParts>
    <vt:vector size="131"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255</cp:revision>
  <dcterms:created xsi:type="dcterms:W3CDTF">2024-08-13T19:20:17Z</dcterms:created>
  <dcterms:modified xsi:type="dcterms:W3CDTF">2026-06-17T23:11:27Z</dcterms:modified>
</cp:coreProperties>
</file>