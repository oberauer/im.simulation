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396" r:id="rId33"/>
    <p:sldId id="274" r:id="rId34"/>
    <p:sldId id="259" r:id="rId35"/>
    <p:sldId id="260" r:id="rId36"/>
    <p:sldId id="413" r:id="rId37"/>
    <p:sldId id="410" r:id="rId38"/>
    <p:sldId id="414" r:id="rId39"/>
    <p:sldId id="407" r:id="rId40"/>
    <p:sldId id="411" r:id="rId41"/>
    <p:sldId id="412" r:id="rId42"/>
    <p:sldId id="286" r:id="rId43"/>
    <p:sldId id="397" r:id="rId44"/>
    <p:sldId id="399" r:id="rId45"/>
    <p:sldId id="408" r:id="rId46"/>
    <p:sldId id="431" r:id="rId47"/>
    <p:sldId id="432" r:id="rId48"/>
    <p:sldId id="398" r:id="rId49"/>
    <p:sldId id="401" r:id="rId50"/>
    <p:sldId id="416" r:id="rId51"/>
    <p:sldId id="400" r:id="rId52"/>
    <p:sldId id="402" r:id="rId53"/>
    <p:sldId id="403" r:id="rId54"/>
    <p:sldId id="415" r:id="rId55"/>
    <p:sldId id="409" r:id="rId56"/>
    <p:sldId id="405" r:id="rId57"/>
    <p:sldId id="404" r:id="rId58"/>
    <p:sldId id="417" r:id="rId59"/>
    <p:sldId id="418" r:id="rId60"/>
    <p:sldId id="406" r:id="rId61"/>
    <p:sldId id="434" r:id="rId62"/>
    <p:sldId id="435" r:id="rId63"/>
    <p:sldId id="428" r:id="rId64"/>
    <p:sldId id="429" r:id="rId65"/>
    <p:sldId id="430" r:id="rId66"/>
    <p:sldId id="433" r:id="rId67"/>
    <p:sldId id="436" r:id="rId68"/>
    <p:sldId id="437" r:id="rId69"/>
    <p:sldId id="438" r:id="rId70"/>
    <p:sldId id="439" r:id="rId71"/>
    <p:sldId id="442" r:id="rId72"/>
    <p:sldId id="443" r:id="rId73"/>
    <p:sldId id="444" r:id="rId74"/>
    <p:sldId id="440" r:id="rId75"/>
    <p:sldId id="446" r:id="rId76"/>
    <p:sldId id="441" r:id="rId77"/>
    <p:sldId id="445" r:id="rId78"/>
    <p:sldId id="447" r:id="rId79"/>
    <p:sldId id="448" r:id="rId80"/>
    <p:sldId id="452" r:id="rId81"/>
    <p:sldId id="453" r:id="rId82"/>
    <p:sldId id="454" r:id="rId83"/>
    <p:sldId id="455" r:id="rId84"/>
    <p:sldId id="456" r:id="rId85"/>
    <p:sldId id="457" r:id="rId86"/>
    <p:sldId id="458" r:id="rId87"/>
    <p:sldId id="459" r:id="rId88"/>
    <p:sldId id="460" r:id="rId89"/>
    <p:sldId id="461" r:id="rId90"/>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8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slide" Target="slides/slide88.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3924300" y="-70757"/>
            <a:ext cx="6351813"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680358" y="1072243"/>
            <a:ext cx="2258785" cy="369332"/>
          </a:xfrm>
          <a:prstGeom prst="rect">
            <a:avLst/>
          </a:prstGeom>
          <a:noFill/>
        </p:spPr>
        <p:txBody>
          <a:bodyPr wrap="square" rtlCol="0">
            <a:spAutoFit/>
          </a:bodyPr>
          <a:lstStyle/>
          <a:p>
            <a:r>
              <a:rPr lang="en-CH" dirty="0"/>
              <a:t>With </a:t>
            </a:r>
            <a:r>
              <a:rPr lang="en-CH" dirty="0" err="1"/>
              <a:t>p.wnoise</a:t>
            </a:r>
            <a:r>
              <a:rPr lang="en-CH" dirty="0"/>
              <a:t> = 0.03</a:t>
            </a:r>
          </a:p>
        </p:txBody>
      </p:sp>
    </p:spTree>
    <p:extLst>
      <p:ext uri="{BB962C8B-B14F-4D97-AF65-F5344CB8AC3E}">
        <p14:creationId xmlns:p14="http://schemas.microsoft.com/office/powerpoint/2010/main" val="16196559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80078</TotalTime>
  <Words>569</Words>
  <Application>Microsoft Office PowerPoint</Application>
  <PresentationFormat>Widescreen</PresentationFormat>
  <Paragraphs>53</Paragraphs>
  <Slides>89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89</vt:i4>
      </vt:variant>
    </vt:vector>
  </HeadingPairs>
  <TitlesOfParts>
    <vt:vector size="94"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207</cp:revision>
  <dcterms:created xsi:type="dcterms:W3CDTF">2024-08-13T19:20:17Z</dcterms:created>
  <dcterms:modified xsi:type="dcterms:W3CDTF">2026-05-31T23:00:20Z</dcterms:modified>
</cp:coreProperties>
</file>